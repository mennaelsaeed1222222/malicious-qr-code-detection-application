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openxmlformats.org/officeDocument/2006/relationships/image" Target="../media/image28.sv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17.svg"/><Relationship Id="rId11" Type="http://schemas.openxmlformats.org/officeDocument/2006/relationships/image" Target="../media/image27.png"/><Relationship Id="rId5" Type="http://schemas.openxmlformats.org/officeDocument/2006/relationships/image" Target="../media/image16.png"/><Relationship Id="rId10" Type="http://schemas.openxmlformats.org/officeDocument/2006/relationships/image" Target="../media/image15.svg"/><Relationship Id="rId4" Type="http://schemas.openxmlformats.org/officeDocument/2006/relationships/image" Target="../media/image24.svg"/><Relationship Id="rId9" Type="http://schemas.openxmlformats.org/officeDocument/2006/relationships/image" Target="../media/image14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6.png"/><Relationship Id="rId7" Type="http://schemas.openxmlformats.org/officeDocument/2006/relationships/image" Target="../media/image32.png"/><Relationship Id="rId12" Type="http://schemas.openxmlformats.org/officeDocument/2006/relationships/image" Target="../media/image35.sv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13.svg"/><Relationship Id="rId11" Type="http://schemas.openxmlformats.org/officeDocument/2006/relationships/image" Target="../media/image34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7.svg"/><Relationship Id="rId9" Type="http://schemas.openxmlformats.org/officeDocument/2006/relationships/image" Target="../media/image16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png"/><Relationship Id="rId3" Type="http://schemas.openxmlformats.org/officeDocument/2006/relationships/image" Target="../media/image38.png"/><Relationship Id="rId7" Type="http://schemas.openxmlformats.org/officeDocument/2006/relationships/image" Target="../media/image1.png"/><Relationship Id="rId12" Type="http://schemas.openxmlformats.org/officeDocument/2006/relationships/image" Target="../media/image46.svg"/><Relationship Id="rId2" Type="http://schemas.openxmlformats.org/officeDocument/2006/relationships/image" Target="../media/image37.svg"/><Relationship Id="rId16" Type="http://schemas.openxmlformats.org/officeDocument/2006/relationships/image" Target="../media/image50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11" Type="http://schemas.openxmlformats.org/officeDocument/2006/relationships/image" Target="../media/image45.png"/><Relationship Id="rId5" Type="http://schemas.openxmlformats.org/officeDocument/2006/relationships/image" Target="../media/image40.png"/><Relationship Id="rId15" Type="http://schemas.openxmlformats.org/officeDocument/2006/relationships/image" Target="../media/image49.png"/><Relationship Id="rId10" Type="http://schemas.openxmlformats.org/officeDocument/2006/relationships/image" Target="../media/image44.svg"/><Relationship Id="rId4" Type="http://schemas.openxmlformats.org/officeDocument/2006/relationships/image" Target="../media/image39.svg"/><Relationship Id="rId9" Type="http://schemas.openxmlformats.org/officeDocument/2006/relationships/image" Target="../media/image43.png"/><Relationship Id="rId14" Type="http://schemas.openxmlformats.org/officeDocument/2006/relationships/image" Target="../media/image4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openxmlformats.org/officeDocument/2006/relationships/image" Target="../media/image28.sv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17.svg"/><Relationship Id="rId11" Type="http://schemas.openxmlformats.org/officeDocument/2006/relationships/image" Target="../media/image27.png"/><Relationship Id="rId5" Type="http://schemas.openxmlformats.org/officeDocument/2006/relationships/image" Target="../media/image16.png"/><Relationship Id="rId10" Type="http://schemas.openxmlformats.org/officeDocument/2006/relationships/image" Target="../media/image15.svg"/><Relationship Id="rId4" Type="http://schemas.openxmlformats.org/officeDocument/2006/relationships/image" Target="../media/image24.svg"/><Relationship Id="rId9" Type="http://schemas.openxmlformats.org/officeDocument/2006/relationships/image" Target="../media/image1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6.png"/><Relationship Id="rId7" Type="http://schemas.openxmlformats.org/officeDocument/2006/relationships/image" Target="../media/image32.png"/><Relationship Id="rId12" Type="http://schemas.openxmlformats.org/officeDocument/2006/relationships/image" Target="../media/image35.sv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13.svg"/><Relationship Id="rId11" Type="http://schemas.openxmlformats.org/officeDocument/2006/relationships/image" Target="../media/image34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7.svg"/><Relationship Id="rId9" Type="http://schemas.openxmlformats.org/officeDocument/2006/relationships/image" Target="../media/image16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png"/><Relationship Id="rId3" Type="http://schemas.openxmlformats.org/officeDocument/2006/relationships/image" Target="../media/image38.png"/><Relationship Id="rId7" Type="http://schemas.openxmlformats.org/officeDocument/2006/relationships/image" Target="../media/image1.png"/><Relationship Id="rId12" Type="http://schemas.openxmlformats.org/officeDocument/2006/relationships/image" Target="../media/image46.svg"/><Relationship Id="rId2" Type="http://schemas.openxmlformats.org/officeDocument/2006/relationships/image" Target="../media/image37.svg"/><Relationship Id="rId16" Type="http://schemas.openxmlformats.org/officeDocument/2006/relationships/image" Target="../media/image50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11" Type="http://schemas.openxmlformats.org/officeDocument/2006/relationships/image" Target="../media/image45.png"/><Relationship Id="rId5" Type="http://schemas.openxmlformats.org/officeDocument/2006/relationships/image" Target="../media/image40.png"/><Relationship Id="rId15" Type="http://schemas.openxmlformats.org/officeDocument/2006/relationships/image" Target="../media/image49.png"/><Relationship Id="rId10" Type="http://schemas.openxmlformats.org/officeDocument/2006/relationships/image" Target="../media/image44.svg"/><Relationship Id="rId4" Type="http://schemas.openxmlformats.org/officeDocument/2006/relationships/image" Target="../media/image39.svg"/><Relationship Id="rId9" Type="http://schemas.openxmlformats.org/officeDocument/2006/relationships/image" Target="../media/image43.png"/><Relationship Id="rId14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FB711E-1BFD-4AC2-AFE4-238AF701D0FA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804DB31-AECF-4695-8063-2D17F7696032}">
      <dgm:prSet/>
      <dgm:spPr/>
      <dgm:t>
        <a:bodyPr/>
        <a:lstStyle/>
        <a:p>
          <a:r>
            <a:rPr lang="en-US"/>
            <a:t>1. Application Layers:</a:t>
          </a:r>
        </a:p>
      </dgm:t>
    </dgm:pt>
    <dgm:pt modelId="{91473843-DCC0-4655-8425-08B58023707C}" type="parTrans" cxnId="{C797E7C2-DBB5-4316-B95E-52C40E04F5E3}">
      <dgm:prSet/>
      <dgm:spPr/>
      <dgm:t>
        <a:bodyPr/>
        <a:lstStyle/>
        <a:p>
          <a:endParaRPr lang="en-US"/>
        </a:p>
      </dgm:t>
    </dgm:pt>
    <dgm:pt modelId="{E3806670-D880-45BE-A1ED-B90C9602594B}" type="sibTrans" cxnId="{C797E7C2-DBB5-4316-B95E-52C40E04F5E3}">
      <dgm:prSet/>
      <dgm:spPr/>
      <dgm:t>
        <a:bodyPr/>
        <a:lstStyle/>
        <a:p>
          <a:endParaRPr lang="en-US"/>
        </a:p>
      </dgm:t>
    </dgm:pt>
    <dgm:pt modelId="{8DBA2FBE-6366-43C3-B058-D4D8CAEAC4AA}">
      <dgm:prSet/>
      <dgm:spPr/>
      <dgm:t>
        <a:bodyPr/>
        <a:lstStyle/>
        <a:p>
          <a:r>
            <a:rPr lang="en-US"/>
            <a:t>- Presentation Layer (Frontend)</a:t>
          </a:r>
        </a:p>
      </dgm:t>
    </dgm:pt>
    <dgm:pt modelId="{E8116B4E-C943-4523-A242-21389E0892C3}" type="parTrans" cxnId="{9F98DE16-268A-4E63-9A9E-FA297B7B78B1}">
      <dgm:prSet/>
      <dgm:spPr/>
      <dgm:t>
        <a:bodyPr/>
        <a:lstStyle/>
        <a:p>
          <a:endParaRPr lang="en-US"/>
        </a:p>
      </dgm:t>
    </dgm:pt>
    <dgm:pt modelId="{9C70476D-453D-4321-B8A1-58DA3E90BC23}" type="sibTrans" cxnId="{9F98DE16-268A-4E63-9A9E-FA297B7B78B1}">
      <dgm:prSet/>
      <dgm:spPr/>
      <dgm:t>
        <a:bodyPr/>
        <a:lstStyle/>
        <a:p>
          <a:endParaRPr lang="en-US"/>
        </a:p>
      </dgm:t>
    </dgm:pt>
    <dgm:pt modelId="{13447B71-4360-4DB2-977D-487FAAC6930F}">
      <dgm:prSet/>
      <dgm:spPr/>
      <dgm:t>
        <a:bodyPr/>
        <a:lstStyle/>
        <a:p>
          <a:r>
            <a:rPr lang="en-US"/>
            <a:t>- Framework: Flutter</a:t>
          </a:r>
        </a:p>
      </dgm:t>
    </dgm:pt>
    <dgm:pt modelId="{253A84D0-9C01-41FF-B2D0-20C5D980C0DF}" type="parTrans" cxnId="{ACB4C86E-C8D6-463B-AE0C-A83CD1E8DC3F}">
      <dgm:prSet/>
      <dgm:spPr/>
      <dgm:t>
        <a:bodyPr/>
        <a:lstStyle/>
        <a:p>
          <a:endParaRPr lang="en-US"/>
        </a:p>
      </dgm:t>
    </dgm:pt>
    <dgm:pt modelId="{960443FB-2271-426E-9C05-69756B380763}" type="sibTrans" cxnId="{ACB4C86E-C8D6-463B-AE0C-A83CD1E8DC3F}">
      <dgm:prSet/>
      <dgm:spPr/>
      <dgm:t>
        <a:bodyPr/>
        <a:lstStyle/>
        <a:p>
          <a:endParaRPr lang="en-US"/>
        </a:p>
      </dgm:t>
    </dgm:pt>
    <dgm:pt modelId="{67F11BE6-0E8F-4F23-9F43-86496A991116}">
      <dgm:prSet/>
      <dgm:spPr/>
      <dgm:t>
        <a:bodyPr/>
        <a:lstStyle/>
        <a:p>
          <a:r>
            <a:rPr lang="en-US"/>
            <a:t>- Responsibilities:</a:t>
          </a:r>
        </a:p>
      </dgm:t>
    </dgm:pt>
    <dgm:pt modelId="{88C5949B-CEDB-4BF0-9D39-97E8729D4A61}" type="parTrans" cxnId="{C54D987B-2570-47A1-B436-26F487C388B4}">
      <dgm:prSet/>
      <dgm:spPr/>
      <dgm:t>
        <a:bodyPr/>
        <a:lstStyle/>
        <a:p>
          <a:endParaRPr lang="en-US"/>
        </a:p>
      </dgm:t>
    </dgm:pt>
    <dgm:pt modelId="{C24B76AC-CAAD-4D96-B8B2-6DC17975AD42}" type="sibTrans" cxnId="{C54D987B-2570-47A1-B436-26F487C388B4}">
      <dgm:prSet/>
      <dgm:spPr/>
      <dgm:t>
        <a:bodyPr/>
        <a:lstStyle/>
        <a:p>
          <a:endParaRPr lang="en-US"/>
        </a:p>
      </dgm:t>
    </dgm:pt>
    <dgm:pt modelId="{EFCAB069-AE3C-4969-8A0D-108DD28C10F9}">
      <dgm:prSet/>
      <dgm:spPr/>
      <dgm:t>
        <a:bodyPr/>
        <a:lstStyle/>
        <a:p>
          <a:r>
            <a:rPr lang="en-US"/>
            <a:t>- User-friendly interfaces for vulnerability scanning and password strength analysis.</a:t>
          </a:r>
        </a:p>
      </dgm:t>
    </dgm:pt>
    <dgm:pt modelId="{CF29DF11-36DE-49B0-BABC-4B88F916F53B}" type="parTrans" cxnId="{EB5E1036-44EA-408E-9F8D-86F58F8A2F94}">
      <dgm:prSet/>
      <dgm:spPr/>
      <dgm:t>
        <a:bodyPr/>
        <a:lstStyle/>
        <a:p>
          <a:endParaRPr lang="en-US"/>
        </a:p>
      </dgm:t>
    </dgm:pt>
    <dgm:pt modelId="{0B15B4EC-ED39-49AE-AD9A-81C9AB90DA13}" type="sibTrans" cxnId="{EB5E1036-44EA-408E-9F8D-86F58F8A2F94}">
      <dgm:prSet/>
      <dgm:spPr/>
      <dgm:t>
        <a:bodyPr/>
        <a:lstStyle/>
        <a:p>
          <a:endParaRPr lang="en-US"/>
        </a:p>
      </dgm:t>
    </dgm:pt>
    <dgm:pt modelId="{BA85E9CA-A69F-43BF-8D93-11EF8C9BA6A1}">
      <dgm:prSet/>
      <dgm:spPr/>
      <dgm:t>
        <a:bodyPr/>
        <a:lstStyle/>
        <a:p>
          <a:r>
            <a:rPr lang="en-US"/>
            <a:t>- Real-time updates and visualization of results.</a:t>
          </a:r>
        </a:p>
      </dgm:t>
    </dgm:pt>
    <dgm:pt modelId="{AB76A68F-3AE3-47EB-B5C4-F8E88FDD09C2}" type="parTrans" cxnId="{BC898422-3E3E-458A-9AE4-1929699F535F}">
      <dgm:prSet/>
      <dgm:spPr/>
      <dgm:t>
        <a:bodyPr/>
        <a:lstStyle/>
        <a:p>
          <a:endParaRPr lang="en-US"/>
        </a:p>
      </dgm:t>
    </dgm:pt>
    <dgm:pt modelId="{CD1352F6-8D3A-4E95-AA56-AE10457569D4}" type="sibTrans" cxnId="{BC898422-3E3E-458A-9AE4-1929699F535F}">
      <dgm:prSet/>
      <dgm:spPr/>
      <dgm:t>
        <a:bodyPr/>
        <a:lstStyle/>
        <a:p>
          <a:endParaRPr lang="en-US"/>
        </a:p>
      </dgm:t>
    </dgm:pt>
    <dgm:pt modelId="{B620B2F0-4DBE-4209-9451-25E5985872A2}">
      <dgm:prSet/>
      <dgm:spPr/>
      <dgm:t>
        <a:bodyPr/>
        <a:lstStyle/>
        <a:p>
          <a:r>
            <a:rPr lang="en-US"/>
            <a:t>- Dynamic UI updates and elegant designs.</a:t>
          </a:r>
        </a:p>
      </dgm:t>
    </dgm:pt>
    <dgm:pt modelId="{0FBF9A36-3EDC-4E7C-95F8-0D8B95504E9D}" type="parTrans" cxnId="{A3CE3A54-3A8F-495F-AB08-7BAE69578E1C}">
      <dgm:prSet/>
      <dgm:spPr/>
      <dgm:t>
        <a:bodyPr/>
        <a:lstStyle/>
        <a:p>
          <a:endParaRPr lang="en-US"/>
        </a:p>
      </dgm:t>
    </dgm:pt>
    <dgm:pt modelId="{B5207FEB-69BA-4DF0-AC34-21DE38247AEF}" type="sibTrans" cxnId="{A3CE3A54-3A8F-495F-AB08-7BAE69578E1C}">
      <dgm:prSet/>
      <dgm:spPr/>
      <dgm:t>
        <a:bodyPr/>
        <a:lstStyle/>
        <a:p>
          <a:endParaRPr lang="en-US"/>
        </a:p>
      </dgm:t>
    </dgm:pt>
    <dgm:pt modelId="{DC12D0A4-1BF6-4220-8ACB-B19B5879669E}">
      <dgm:prSet/>
      <dgm:spPr/>
      <dgm:t>
        <a:bodyPr/>
        <a:lstStyle/>
        <a:p>
          <a:r>
            <a:rPr lang="en-US"/>
            <a:t>2. Business Logic Layer (Core Functionality)</a:t>
          </a:r>
        </a:p>
      </dgm:t>
    </dgm:pt>
    <dgm:pt modelId="{A87A401D-305E-4DC8-9A4D-754B7CAF525A}" type="parTrans" cxnId="{E139D75F-7A3D-4514-805E-DDDDD90F4019}">
      <dgm:prSet/>
      <dgm:spPr/>
      <dgm:t>
        <a:bodyPr/>
        <a:lstStyle/>
        <a:p>
          <a:endParaRPr lang="en-US"/>
        </a:p>
      </dgm:t>
    </dgm:pt>
    <dgm:pt modelId="{89BC2A67-8B94-4E3E-A50F-FF15F5EADF1E}" type="sibTrans" cxnId="{E139D75F-7A3D-4514-805E-DDDDD90F4019}">
      <dgm:prSet/>
      <dgm:spPr/>
      <dgm:t>
        <a:bodyPr/>
        <a:lstStyle/>
        <a:p>
          <a:endParaRPr lang="en-US"/>
        </a:p>
      </dgm:t>
    </dgm:pt>
    <dgm:pt modelId="{896FA430-A5C6-4200-9ED4-2308D94B68B4}">
      <dgm:prSet/>
      <dgm:spPr/>
      <dgm:t>
        <a:bodyPr/>
        <a:lstStyle/>
        <a:p>
          <a:r>
            <a:rPr lang="en-US"/>
            <a:t>- Vulnerability Scanner:</a:t>
          </a:r>
        </a:p>
      </dgm:t>
    </dgm:pt>
    <dgm:pt modelId="{3B57164F-B866-458B-9A46-69A7A9D6923B}" type="parTrans" cxnId="{8AFF754F-B50F-476D-8CBA-F70AF160399D}">
      <dgm:prSet/>
      <dgm:spPr/>
      <dgm:t>
        <a:bodyPr/>
        <a:lstStyle/>
        <a:p>
          <a:endParaRPr lang="en-US"/>
        </a:p>
      </dgm:t>
    </dgm:pt>
    <dgm:pt modelId="{302AEB96-6F5C-4478-9310-420ABFFBAB96}" type="sibTrans" cxnId="{8AFF754F-B50F-476D-8CBA-F70AF160399D}">
      <dgm:prSet/>
      <dgm:spPr/>
      <dgm:t>
        <a:bodyPr/>
        <a:lstStyle/>
        <a:p>
          <a:endParaRPr lang="en-US"/>
        </a:p>
      </dgm:t>
    </dgm:pt>
    <dgm:pt modelId="{CFC35DB4-045E-4682-895E-F27055087EA9}">
      <dgm:prSet/>
      <dgm:spPr/>
      <dgm:t>
        <a:bodyPr/>
        <a:lstStyle/>
        <a:p>
          <a:r>
            <a:rPr lang="en-US"/>
            <a:t>- Port scanning with TCP socket connections.</a:t>
          </a:r>
        </a:p>
      </dgm:t>
    </dgm:pt>
    <dgm:pt modelId="{40B9E449-6597-4434-BD61-BB3FD16CB491}" type="parTrans" cxnId="{625F72DE-0DF7-4829-BADA-EC11CB10041C}">
      <dgm:prSet/>
      <dgm:spPr/>
      <dgm:t>
        <a:bodyPr/>
        <a:lstStyle/>
        <a:p>
          <a:endParaRPr lang="en-US"/>
        </a:p>
      </dgm:t>
    </dgm:pt>
    <dgm:pt modelId="{FED2A79C-0C94-4A49-95B4-0B2292477BAD}" type="sibTrans" cxnId="{625F72DE-0DF7-4829-BADA-EC11CB10041C}">
      <dgm:prSet/>
      <dgm:spPr/>
      <dgm:t>
        <a:bodyPr/>
        <a:lstStyle/>
        <a:p>
          <a:endParaRPr lang="en-US"/>
        </a:p>
      </dgm:t>
    </dgm:pt>
    <dgm:pt modelId="{1D1E5106-1AE5-41BA-8566-AA119B8F88D7}">
      <dgm:prSet/>
      <dgm:spPr/>
      <dgm:t>
        <a:bodyPr/>
        <a:lstStyle/>
        <a:p>
          <a:r>
            <a:rPr lang="en-US"/>
            <a:t>- Malicious URL Detection:</a:t>
          </a:r>
        </a:p>
      </dgm:t>
    </dgm:pt>
    <dgm:pt modelId="{BDC32D45-67B1-40D6-A472-C587FD65C797}" type="parTrans" cxnId="{CB95C2B8-4916-4761-9275-C32C95C16659}">
      <dgm:prSet/>
      <dgm:spPr/>
      <dgm:t>
        <a:bodyPr/>
        <a:lstStyle/>
        <a:p>
          <a:endParaRPr lang="en-US"/>
        </a:p>
      </dgm:t>
    </dgm:pt>
    <dgm:pt modelId="{4276234E-0789-44AB-B69D-C2EF9DFD1941}" type="sibTrans" cxnId="{CB95C2B8-4916-4761-9275-C32C95C16659}">
      <dgm:prSet/>
      <dgm:spPr/>
      <dgm:t>
        <a:bodyPr/>
        <a:lstStyle/>
        <a:p>
          <a:endParaRPr lang="en-US"/>
        </a:p>
      </dgm:t>
    </dgm:pt>
    <dgm:pt modelId="{019D6D1D-278B-4C4A-AED8-7DFB0535AB7D}">
      <dgm:prSet/>
      <dgm:spPr/>
      <dgm:t>
        <a:bodyPr/>
        <a:lstStyle/>
        <a:p>
          <a:r>
            <a:rPr lang="en-US"/>
            <a:t>- Google Safe Browsing API for URL safety checks.</a:t>
          </a:r>
        </a:p>
      </dgm:t>
    </dgm:pt>
    <dgm:pt modelId="{64D5B95F-6EFA-4A54-8455-ADB41F43435A}" type="parTrans" cxnId="{7C8D2654-26E0-4BB3-AB5A-BFA5A856925E}">
      <dgm:prSet/>
      <dgm:spPr/>
      <dgm:t>
        <a:bodyPr/>
        <a:lstStyle/>
        <a:p>
          <a:endParaRPr lang="en-US"/>
        </a:p>
      </dgm:t>
    </dgm:pt>
    <dgm:pt modelId="{95628790-DE69-4DF5-AF96-910B132146A6}" type="sibTrans" cxnId="{7C8D2654-26E0-4BB3-AB5A-BFA5A856925E}">
      <dgm:prSet/>
      <dgm:spPr/>
      <dgm:t>
        <a:bodyPr/>
        <a:lstStyle/>
        <a:p>
          <a:endParaRPr lang="en-US"/>
        </a:p>
      </dgm:t>
    </dgm:pt>
    <dgm:pt modelId="{65F5D450-9796-493A-812B-97A95397D889}">
      <dgm:prSet/>
      <dgm:spPr/>
      <dgm:t>
        <a:bodyPr/>
        <a:lstStyle/>
        <a:p>
          <a:r>
            <a:rPr lang="en-US"/>
            <a:t>- Password Strength Analyzer:</a:t>
          </a:r>
        </a:p>
      </dgm:t>
    </dgm:pt>
    <dgm:pt modelId="{8B2EEDC8-0CCC-4620-AFCF-F397B4C367ED}" type="parTrans" cxnId="{9AC24C6A-8446-4B24-9E2C-8CCD82CB3A48}">
      <dgm:prSet/>
      <dgm:spPr/>
      <dgm:t>
        <a:bodyPr/>
        <a:lstStyle/>
        <a:p>
          <a:endParaRPr lang="en-US"/>
        </a:p>
      </dgm:t>
    </dgm:pt>
    <dgm:pt modelId="{24B7175D-EDC7-487B-B4AB-6743DF12F842}" type="sibTrans" cxnId="{9AC24C6A-8446-4B24-9E2C-8CCD82CB3A48}">
      <dgm:prSet/>
      <dgm:spPr/>
      <dgm:t>
        <a:bodyPr/>
        <a:lstStyle/>
        <a:p>
          <a:endParaRPr lang="en-US"/>
        </a:p>
      </dgm:t>
    </dgm:pt>
    <dgm:pt modelId="{F1D9A59C-479F-4A52-903F-52782482D58B}">
      <dgm:prSet/>
      <dgm:spPr/>
      <dgm:t>
        <a:bodyPr/>
        <a:lstStyle/>
        <a:p>
          <a:r>
            <a:rPr lang="en-US"/>
            <a:t>- Entropy and common password checks.</a:t>
          </a:r>
        </a:p>
      </dgm:t>
    </dgm:pt>
    <dgm:pt modelId="{F7FE4665-A699-4371-B148-6A8CA3C72A50}" type="parTrans" cxnId="{718BAD82-E3BE-4D66-89AE-BAA81F6526DD}">
      <dgm:prSet/>
      <dgm:spPr/>
      <dgm:t>
        <a:bodyPr/>
        <a:lstStyle/>
        <a:p>
          <a:endParaRPr lang="en-US"/>
        </a:p>
      </dgm:t>
    </dgm:pt>
    <dgm:pt modelId="{B9621AF0-FB91-487F-A1EA-C2AA4AE067A2}" type="sibTrans" cxnId="{718BAD82-E3BE-4D66-89AE-BAA81F6526DD}">
      <dgm:prSet/>
      <dgm:spPr/>
      <dgm:t>
        <a:bodyPr/>
        <a:lstStyle/>
        <a:p>
          <a:endParaRPr lang="en-US"/>
        </a:p>
      </dgm:t>
    </dgm:pt>
    <dgm:pt modelId="{2651E359-AB33-4C22-8317-D55B6A97F00E}">
      <dgm:prSet/>
      <dgm:spPr/>
      <dgm:t>
        <a:bodyPr/>
        <a:lstStyle/>
        <a:p>
          <a:r>
            <a:rPr lang="en-US"/>
            <a:t>3. Data Layer:</a:t>
          </a:r>
        </a:p>
      </dgm:t>
    </dgm:pt>
    <dgm:pt modelId="{3F821B05-4909-46CB-B66E-4F030F77595D}" type="parTrans" cxnId="{08B2219E-18B6-4F5E-AB8E-C22628068033}">
      <dgm:prSet/>
      <dgm:spPr/>
      <dgm:t>
        <a:bodyPr/>
        <a:lstStyle/>
        <a:p>
          <a:endParaRPr lang="en-US"/>
        </a:p>
      </dgm:t>
    </dgm:pt>
    <dgm:pt modelId="{486FFB7E-9C45-4C47-A3BC-1F0574C48033}" type="sibTrans" cxnId="{08B2219E-18B6-4F5E-AB8E-C22628068033}">
      <dgm:prSet/>
      <dgm:spPr/>
      <dgm:t>
        <a:bodyPr/>
        <a:lstStyle/>
        <a:p>
          <a:endParaRPr lang="en-US"/>
        </a:p>
      </dgm:t>
    </dgm:pt>
    <dgm:pt modelId="{6FB90D86-A482-436F-9772-2D0A2FF34094}">
      <dgm:prSet/>
      <dgm:spPr/>
      <dgm:t>
        <a:bodyPr/>
        <a:lstStyle/>
        <a:p>
          <a:r>
            <a:rPr lang="en-US"/>
            <a:t>- Static Resources: Common password lists, malicious patterns.</a:t>
          </a:r>
        </a:p>
      </dgm:t>
    </dgm:pt>
    <dgm:pt modelId="{A07B86B2-6F48-4D49-B226-39383C912035}" type="parTrans" cxnId="{A6F66E76-A5E2-488A-B063-B3957E0E2F7D}">
      <dgm:prSet/>
      <dgm:spPr/>
      <dgm:t>
        <a:bodyPr/>
        <a:lstStyle/>
        <a:p>
          <a:endParaRPr lang="en-US"/>
        </a:p>
      </dgm:t>
    </dgm:pt>
    <dgm:pt modelId="{77E5234A-D1EB-4127-ADC0-CD71E91DF928}" type="sibTrans" cxnId="{A6F66E76-A5E2-488A-B063-B3957E0E2F7D}">
      <dgm:prSet/>
      <dgm:spPr/>
      <dgm:t>
        <a:bodyPr/>
        <a:lstStyle/>
        <a:p>
          <a:endParaRPr lang="en-US"/>
        </a:p>
      </dgm:t>
    </dgm:pt>
    <dgm:pt modelId="{93454AF4-33C2-4062-A433-437CAD32679F}">
      <dgm:prSet/>
      <dgm:spPr/>
      <dgm:t>
        <a:bodyPr/>
        <a:lstStyle/>
        <a:p>
          <a:r>
            <a:rPr lang="en-US"/>
            <a:t>- External APIs: Google Safe Browsing API.</a:t>
          </a:r>
        </a:p>
      </dgm:t>
    </dgm:pt>
    <dgm:pt modelId="{29383286-5B35-4472-973F-011E9CA4C11C}" type="parTrans" cxnId="{371B5A3B-6BB9-4A60-AB86-CB41AE8B500F}">
      <dgm:prSet/>
      <dgm:spPr/>
      <dgm:t>
        <a:bodyPr/>
        <a:lstStyle/>
        <a:p>
          <a:endParaRPr lang="en-US"/>
        </a:p>
      </dgm:t>
    </dgm:pt>
    <dgm:pt modelId="{8818F213-E8FD-4C2E-9187-2A0B3DED040E}" type="sibTrans" cxnId="{371B5A3B-6BB9-4A60-AB86-CB41AE8B500F}">
      <dgm:prSet/>
      <dgm:spPr/>
      <dgm:t>
        <a:bodyPr/>
        <a:lstStyle/>
        <a:p>
          <a:endParaRPr lang="en-US"/>
        </a:p>
      </dgm:t>
    </dgm:pt>
    <dgm:pt modelId="{A3F8AF58-E956-4B01-8ADC-2B7F21A65928}">
      <dgm:prSet/>
      <dgm:spPr/>
      <dgm:t>
        <a:bodyPr/>
        <a:lstStyle/>
        <a:p>
          <a:r>
            <a:rPr lang="en-US"/>
            <a:t>- Local Storage: Temporary scan result storage.</a:t>
          </a:r>
        </a:p>
      </dgm:t>
    </dgm:pt>
    <dgm:pt modelId="{998180EE-AC50-4A5C-BF8C-5C8E34AC4A6F}" type="parTrans" cxnId="{AB6D09F0-107B-4481-9596-8752334A9911}">
      <dgm:prSet/>
      <dgm:spPr/>
      <dgm:t>
        <a:bodyPr/>
        <a:lstStyle/>
        <a:p>
          <a:endParaRPr lang="en-US"/>
        </a:p>
      </dgm:t>
    </dgm:pt>
    <dgm:pt modelId="{EC966C96-530B-4FCC-9A71-1274A5087050}" type="sibTrans" cxnId="{AB6D09F0-107B-4481-9596-8752334A9911}">
      <dgm:prSet/>
      <dgm:spPr/>
      <dgm:t>
        <a:bodyPr/>
        <a:lstStyle/>
        <a:p>
          <a:endParaRPr lang="en-US"/>
        </a:p>
      </dgm:t>
    </dgm:pt>
    <dgm:pt modelId="{B4C0A2A6-B6AE-4D69-BA40-AD3635A9626E}" type="pres">
      <dgm:prSet presAssocID="{9FFB711E-1BFD-4AC2-AFE4-238AF701D0FA}" presName="Name0" presStyleCnt="0">
        <dgm:presLayoutVars>
          <dgm:dir/>
          <dgm:resizeHandles val="exact"/>
        </dgm:presLayoutVars>
      </dgm:prSet>
      <dgm:spPr/>
    </dgm:pt>
    <dgm:pt modelId="{0186DEB7-D713-4430-8FB1-12F3F77C8063}" type="pres">
      <dgm:prSet presAssocID="{8804DB31-AECF-4695-8063-2D17F7696032}" presName="node" presStyleLbl="node1" presStyleIdx="0" presStyleCnt="18">
        <dgm:presLayoutVars>
          <dgm:bulletEnabled val="1"/>
        </dgm:presLayoutVars>
      </dgm:prSet>
      <dgm:spPr/>
    </dgm:pt>
    <dgm:pt modelId="{57A38637-C30B-4A6C-8E18-8DDE64FCA3B3}" type="pres">
      <dgm:prSet presAssocID="{E3806670-D880-45BE-A1ED-B90C9602594B}" presName="sibTrans" presStyleLbl="sibTrans1D1" presStyleIdx="0" presStyleCnt="17"/>
      <dgm:spPr/>
    </dgm:pt>
    <dgm:pt modelId="{6279F7DA-CE06-4AC8-A72F-CFC4265878B4}" type="pres">
      <dgm:prSet presAssocID="{E3806670-D880-45BE-A1ED-B90C9602594B}" presName="connectorText" presStyleLbl="sibTrans1D1" presStyleIdx="0" presStyleCnt="17"/>
      <dgm:spPr/>
    </dgm:pt>
    <dgm:pt modelId="{5989EAF7-CE83-4B6B-A7D1-EDF4B66A5F67}" type="pres">
      <dgm:prSet presAssocID="{8DBA2FBE-6366-43C3-B058-D4D8CAEAC4AA}" presName="node" presStyleLbl="node1" presStyleIdx="1" presStyleCnt="18">
        <dgm:presLayoutVars>
          <dgm:bulletEnabled val="1"/>
        </dgm:presLayoutVars>
      </dgm:prSet>
      <dgm:spPr/>
    </dgm:pt>
    <dgm:pt modelId="{98B0544A-5649-4EEE-9977-4A84E04030B9}" type="pres">
      <dgm:prSet presAssocID="{9C70476D-453D-4321-B8A1-58DA3E90BC23}" presName="sibTrans" presStyleLbl="sibTrans1D1" presStyleIdx="1" presStyleCnt="17"/>
      <dgm:spPr/>
    </dgm:pt>
    <dgm:pt modelId="{E2DDAF3E-4BD1-4D0F-99E6-2DF4A9E46ED1}" type="pres">
      <dgm:prSet presAssocID="{9C70476D-453D-4321-B8A1-58DA3E90BC23}" presName="connectorText" presStyleLbl="sibTrans1D1" presStyleIdx="1" presStyleCnt="17"/>
      <dgm:spPr/>
    </dgm:pt>
    <dgm:pt modelId="{9ED274F2-917C-4880-ACAE-637FDEBE1F29}" type="pres">
      <dgm:prSet presAssocID="{13447B71-4360-4DB2-977D-487FAAC6930F}" presName="node" presStyleLbl="node1" presStyleIdx="2" presStyleCnt="18">
        <dgm:presLayoutVars>
          <dgm:bulletEnabled val="1"/>
        </dgm:presLayoutVars>
      </dgm:prSet>
      <dgm:spPr/>
    </dgm:pt>
    <dgm:pt modelId="{1BB10B58-A6BB-4358-9165-7DFC094D10A1}" type="pres">
      <dgm:prSet presAssocID="{960443FB-2271-426E-9C05-69756B380763}" presName="sibTrans" presStyleLbl="sibTrans1D1" presStyleIdx="2" presStyleCnt="17"/>
      <dgm:spPr/>
    </dgm:pt>
    <dgm:pt modelId="{03857A4A-B0BE-482A-BCDE-2247C35B879C}" type="pres">
      <dgm:prSet presAssocID="{960443FB-2271-426E-9C05-69756B380763}" presName="connectorText" presStyleLbl="sibTrans1D1" presStyleIdx="2" presStyleCnt="17"/>
      <dgm:spPr/>
    </dgm:pt>
    <dgm:pt modelId="{2EDD7133-BEB1-4BCE-BF38-393E60F9F833}" type="pres">
      <dgm:prSet presAssocID="{67F11BE6-0E8F-4F23-9F43-86496A991116}" presName="node" presStyleLbl="node1" presStyleIdx="3" presStyleCnt="18">
        <dgm:presLayoutVars>
          <dgm:bulletEnabled val="1"/>
        </dgm:presLayoutVars>
      </dgm:prSet>
      <dgm:spPr/>
    </dgm:pt>
    <dgm:pt modelId="{86767C3A-38CC-4DA0-AA94-E2380E5A54D7}" type="pres">
      <dgm:prSet presAssocID="{C24B76AC-CAAD-4D96-B8B2-6DC17975AD42}" presName="sibTrans" presStyleLbl="sibTrans1D1" presStyleIdx="3" presStyleCnt="17"/>
      <dgm:spPr/>
    </dgm:pt>
    <dgm:pt modelId="{B3FDD175-954C-4F05-BE1B-049802C404C5}" type="pres">
      <dgm:prSet presAssocID="{C24B76AC-CAAD-4D96-B8B2-6DC17975AD42}" presName="connectorText" presStyleLbl="sibTrans1D1" presStyleIdx="3" presStyleCnt="17"/>
      <dgm:spPr/>
    </dgm:pt>
    <dgm:pt modelId="{A14A4E57-D532-486F-BEA1-BD0775BE584F}" type="pres">
      <dgm:prSet presAssocID="{EFCAB069-AE3C-4969-8A0D-108DD28C10F9}" presName="node" presStyleLbl="node1" presStyleIdx="4" presStyleCnt="18">
        <dgm:presLayoutVars>
          <dgm:bulletEnabled val="1"/>
        </dgm:presLayoutVars>
      </dgm:prSet>
      <dgm:spPr/>
    </dgm:pt>
    <dgm:pt modelId="{75AA45B8-6172-4915-8DD0-EB2531682F65}" type="pres">
      <dgm:prSet presAssocID="{0B15B4EC-ED39-49AE-AD9A-81C9AB90DA13}" presName="sibTrans" presStyleLbl="sibTrans1D1" presStyleIdx="4" presStyleCnt="17"/>
      <dgm:spPr/>
    </dgm:pt>
    <dgm:pt modelId="{302E902C-AF49-4C31-BB52-1139C0BA300A}" type="pres">
      <dgm:prSet presAssocID="{0B15B4EC-ED39-49AE-AD9A-81C9AB90DA13}" presName="connectorText" presStyleLbl="sibTrans1D1" presStyleIdx="4" presStyleCnt="17"/>
      <dgm:spPr/>
    </dgm:pt>
    <dgm:pt modelId="{F69B03A0-CD5C-4AB4-AFE8-22C3F5A7F22A}" type="pres">
      <dgm:prSet presAssocID="{BA85E9CA-A69F-43BF-8D93-11EF8C9BA6A1}" presName="node" presStyleLbl="node1" presStyleIdx="5" presStyleCnt="18">
        <dgm:presLayoutVars>
          <dgm:bulletEnabled val="1"/>
        </dgm:presLayoutVars>
      </dgm:prSet>
      <dgm:spPr/>
    </dgm:pt>
    <dgm:pt modelId="{F45E4968-B582-4840-9285-3B79EA9E8130}" type="pres">
      <dgm:prSet presAssocID="{CD1352F6-8D3A-4E95-AA56-AE10457569D4}" presName="sibTrans" presStyleLbl="sibTrans1D1" presStyleIdx="5" presStyleCnt="17"/>
      <dgm:spPr/>
    </dgm:pt>
    <dgm:pt modelId="{013DCCEA-F715-4CEE-996A-D0810BAD6CF1}" type="pres">
      <dgm:prSet presAssocID="{CD1352F6-8D3A-4E95-AA56-AE10457569D4}" presName="connectorText" presStyleLbl="sibTrans1D1" presStyleIdx="5" presStyleCnt="17"/>
      <dgm:spPr/>
    </dgm:pt>
    <dgm:pt modelId="{56FB3AE5-D4EE-41A8-AE8A-29FA9B1BC023}" type="pres">
      <dgm:prSet presAssocID="{B620B2F0-4DBE-4209-9451-25E5985872A2}" presName="node" presStyleLbl="node1" presStyleIdx="6" presStyleCnt="18">
        <dgm:presLayoutVars>
          <dgm:bulletEnabled val="1"/>
        </dgm:presLayoutVars>
      </dgm:prSet>
      <dgm:spPr/>
    </dgm:pt>
    <dgm:pt modelId="{19233DC1-9940-4E1B-AEA8-E857E85F4161}" type="pres">
      <dgm:prSet presAssocID="{B5207FEB-69BA-4DF0-AC34-21DE38247AEF}" presName="sibTrans" presStyleLbl="sibTrans1D1" presStyleIdx="6" presStyleCnt="17"/>
      <dgm:spPr/>
    </dgm:pt>
    <dgm:pt modelId="{36BA289F-1F0F-4622-B577-DA29146E1730}" type="pres">
      <dgm:prSet presAssocID="{B5207FEB-69BA-4DF0-AC34-21DE38247AEF}" presName="connectorText" presStyleLbl="sibTrans1D1" presStyleIdx="6" presStyleCnt="17"/>
      <dgm:spPr/>
    </dgm:pt>
    <dgm:pt modelId="{369B9A61-2CC7-4999-A761-AC3C55C1D811}" type="pres">
      <dgm:prSet presAssocID="{DC12D0A4-1BF6-4220-8ACB-B19B5879669E}" presName="node" presStyleLbl="node1" presStyleIdx="7" presStyleCnt="18">
        <dgm:presLayoutVars>
          <dgm:bulletEnabled val="1"/>
        </dgm:presLayoutVars>
      </dgm:prSet>
      <dgm:spPr/>
    </dgm:pt>
    <dgm:pt modelId="{63DB56FA-9B7B-4795-A67F-50754C1EE6E0}" type="pres">
      <dgm:prSet presAssocID="{89BC2A67-8B94-4E3E-A50F-FF15F5EADF1E}" presName="sibTrans" presStyleLbl="sibTrans1D1" presStyleIdx="7" presStyleCnt="17"/>
      <dgm:spPr/>
    </dgm:pt>
    <dgm:pt modelId="{BB68A8E7-6945-4677-91FE-78709761E78E}" type="pres">
      <dgm:prSet presAssocID="{89BC2A67-8B94-4E3E-A50F-FF15F5EADF1E}" presName="connectorText" presStyleLbl="sibTrans1D1" presStyleIdx="7" presStyleCnt="17"/>
      <dgm:spPr/>
    </dgm:pt>
    <dgm:pt modelId="{14487BAD-8AF7-4E74-B7AF-F9FA034B91DC}" type="pres">
      <dgm:prSet presAssocID="{896FA430-A5C6-4200-9ED4-2308D94B68B4}" presName="node" presStyleLbl="node1" presStyleIdx="8" presStyleCnt="18">
        <dgm:presLayoutVars>
          <dgm:bulletEnabled val="1"/>
        </dgm:presLayoutVars>
      </dgm:prSet>
      <dgm:spPr/>
    </dgm:pt>
    <dgm:pt modelId="{2DE1CABD-12AB-440A-87F7-238895C93D5E}" type="pres">
      <dgm:prSet presAssocID="{302AEB96-6F5C-4478-9310-420ABFFBAB96}" presName="sibTrans" presStyleLbl="sibTrans1D1" presStyleIdx="8" presStyleCnt="17"/>
      <dgm:spPr/>
    </dgm:pt>
    <dgm:pt modelId="{5FBB2AD2-D4A3-40AC-8637-3A85695496F9}" type="pres">
      <dgm:prSet presAssocID="{302AEB96-6F5C-4478-9310-420ABFFBAB96}" presName="connectorText" presStyleLbl="sibTrans1D1" presStyleIdx="8" presStyleCnt="17"/>
      <dgm:spPr/>
    </dgm:pt>
    <dgm:pt modelId="{561181F2-F868-40E7-8861-6DD70EA0338D}" type="pres">
      <dgm:prSet presAssocID="{CFC35DB4-045E-4682-895E-F27055087EA9}" presName="node" presStyleLbl="node1" presStyleIdx="9" presStyleCnt="18">
        <dgm:presLayoutVars>
          <dgm:bulletEnabled val="1"/>
        </dgm:presLayoutVars>
      </dgm:prSet>
      <dgm:spPr/>
    </dgm:pt>
    <dgm:pt modelId="{F3601B6F-55AC-4F67-8806-DD90E45A603C}" type="pres">
      <dgm:prSet presAssocID="{FED2A79C-0C94-4A49-95B4-0B2292477BAD}" presName="sibTrans" presStyleLbl="sibTrans1D1" presStyleIdx="9" presStyleCnt="17"/>
      <dgm:spPr/>
    </dgm:pt>
    <dgm:pt modelId="{4705094A-23F0-42A3-98D6-C91D7889271B}" type="pres">
      <dgm:prSet presAssocID="{FED2A79C-0C94-4A49-95B4-0B2292477BAD}" presName="connectorText" presStyleLbl="sibTrans1D1" presStyleIdx="9" presStyleCnt="17"/>
      <dgm:spPr/>
    </dgm:pt>
    <dgm:pt modelId="{58CB6D2A-97D0-44FD-B2E2-4FDE4CE23A99}" type="pres">
      <dgm:prSet presAssocID="{1D1E5106-1AE5-41BA-8566-AA119B8F88D7}" presName="node" presStyleLbl="node1" presStyleIdx="10" presStyleCnt="18">
        <dgm:presLayoutVars>
          <dgm:bulletEnabled val="1"/>
        </dgm:presLayoutVars>
      </dgm:prSet>
      <dgm:spPr/>
    </dgm:pt>
    <dgm:pt modelId="{BBC46F44-5C3C-4D7D-81C7-3E2BB36ECC2E}" type="pres">
      <dgm:prSet presAssocID="{4276234E-0789-44AB-B69D-C2EF9DFD1941}" presName="sibTrans" presStyleLbl="sibTrans1D1" presStyleIdx="10" presStyleCnt="17"/>
      <dgm:spPr/>
    </dgm:pt>
    <dgm:pt modelId="{0B8ECC23-462C-4065-A448-AEFAAB3891B7}" type="pres">
      <dgm:prSet presAssocID="{4276234E-0789-44AB-B69D-C2EF9DFD1941}" presName="connectorText" presStyleLbl="sibTrans1D1" presStyleIdx="10" presStyleCnt="17"/>
      <dgm:spPr/>
    </dgm:pt>
    <dgm:pt modelId="{997041C9-B7AE-4AA5-9730-A660FEF0ED32}" type="pres">
      <dgm:prSet presAssocID="{019D6D1D-278B-4C4A-AED8-7DFB0535AB7D}" presName="node" presStyleLbl="node1" presStyleIdx="11" presStyleCnt="18">
        <dgm:presLayoutVars>
          <dgm:bulletEnabled val="1"/>
        </dgm:presLayoutVars>
      </dgm:prSet>
      <dgm:spPr/>
    </dgm:pt>
    <dgm:pt modelId="{C1D606D0-10FA-4588-905A-C834FC16AAA2}" type="pres">
      <dgm:prSet presAssocID="{95628790-DE69-4DF5-AF96-910B132146A6}" presName="sibTrans" presStyleLbl="sibTrans1D1" presStyleIdx="11" presStyleCnt="17"/>
      <dgm:spPr/>
    </dgm:pt>
    <dgm:pt modelId="{FD54AE44-E061-4C08-8E0B-1395FA2AC24D}" type="pres">
      <dgm:prSet presAssocID="{95628790-DE69-4DF5-AF96-910B132146A6}" presName="connectorText" presStyleLbl="sibTrans1D1" presStyleIdx="11" presStyleCnt="17"/>
      <dgm:spPr/>
    </dgm:pt>
    <dgm:pt modelId="{FD540185-8F76-4A7E-BB98-2706442EBF79}" type="pres">
      <dgm:prSet presAssocID="{65F5D450-9796-493A-812B-97A95397D889}" presName="node" presStyleLbl="node1" presStyleIdx="12" presStyleCnt="18">
        <dgm:presLayoutVars>
          <dgm:bulletEnabled val="1"/>
        </dgm:presLayoutVars>
      </dgm:prSet>
      <dgm:spPr/>
    </dgm:pt>
    <dgm:pt modelId="{BEA88C30-151A-46A0-8436-B42E0E4BE07D}" type="pres">
      <dgm:prSet presAssocID="{24B7175D-EDC7-487B-B4AB-6743DF12F842}" presName="sibTrans" presStyleLbl="sibTrans1D1" presStyleIdx="12" presStyleCnt="17"/>
      <dgm:spPr/>
    </dgm:pt>
    <dgm:pt modelId="{9CDC8446-4951-460F-9723-C3AA6C9701C2}" type="pres">
      <dgm:prSet presAssocID="{24B7175D-EDC7-487B-B4AB-6743DF12F842}" presName="connectorText" presStyleLbl="sibTrans1D1" presStyleIdx="12" presStyleCnt="17"/>
      <dgm:spPr/>
    </dgm:pt>
    <dgm:pt modelId="{F45F2C0C-28B2-45AC-A24C-41A5BEF88E0E}" type="pres">
      <dgm:prSet presAssocID="{F1D9A59C-479F-4A52-903F-52782482D58B}" presName="node" presStyleLbl="node1" presStyleIdx="13" presStyleCnt="18">
        <dgm:presLayoutVars>
          <dgm:bulletEnabled val="1"/>
        </dgm:presLayoutVars>
      </dgm:prSet>
      <dgm:spPr/>
    </dgm:pt>
    <dgm:pt modelId="{2FF69E10-6573-4FC3-AC89-CB0B46184E44}" type="pres">
      <dgm:prSet presAssocID="{B9621AF0-FB91-487F-A1EA-C2AA4AE067A2}" presName="sibTrans" presStyleLbl="sibTrans1D1" presStyleIdx="13" presStyleCnt="17"/>
      <dgm:spPr/>
    </dgm:pt>
    <dgm:pt modelId="{0612DC01-FD16-4848-AF05-4D58808A5EBE}" type="pres">
      <dgm:prSet presAssocID="{B9621AF0-FB91-487F-A1EA-C2AA4AE067A2}" presName="connectorText" presStyleLbl="sibTrans1D1" presStyleIdx="13" presStyleCnt="17"/>
      <dgm:spPr/>
    </dgm:pt>
    <dgm:pt modelId="{CC139A73-6241-47E7-B1DB-6AF8FCB7B31F}" type="pres">
      <dgm:prSet presAssocID="{2651E359-AB33-4C22-8317-D55B6A97F00E}" presName="node" presStyleLbl="node1" presStyleIdx="14" presStyleCnt="18">
        <dgm:presLayoutVars>
          <dgm:bulletEnabled val="1"/>
        </dgm:presLayoutVars>
      </dgm:prSet>
      <dgm:spPr/>
    </dgm:pt>
    <dgm:pt modelId="{20F699CD-2018-4BA1-8796-74236206B8A3}" type="pres">
      <dgm:prSet presAssocID="{486FFB7E-9C45-4C47-A3BC-1F0574C48033}" presName="sibTrans" presStyleLbl="sibTrans1D1" presStyleIdx="14" presStyleCnt="17"/>
      <dgm:spPr/>
    </dgm:pt>
    <dgm:pt modelId="{427C04A0-EDFE-4073-8CA5-2F02742DC986}" type="pres">
      <dgm:prSet presAssocID="{486FFB7E-9C45-4C47-A3BC-1F0574C48033}" presName="connectorText" presStyleLbl="sibTrans1D1" presStyleIdx="14" presStyleCnt="17"/>
      <dgm:spPr/>
    </dgm:pt>
    <dgm:pt modelId="{2824DC9B-3D28-4E5D-B9D9-871269B58D25}" type="pres">
      <dgm:prSet presAssocID="{6FB90D86-A482-436F-9772-2D0A2FF34094}" presName="node" presStyleLbl="node1" presStyleIdx="15" presStyleCnt="18">
        <dgm:presLayoutVars>
          <dgm:bulletEnabled val="1"/>
        </dgm:presLayoutVars>
      </dgm:prSet>
      <dgm:spPr/>
    </dgm:pt>
    <dgm:pt modelId="{64FE737E-CB5E-472D-8539-6CA245DC3238}" type="pres">
      <dgm:prSet presAssocID="{77E5234A-D1EB-4127-ADC0-CD71E91DF928}" presName="sibTrans" presStyleLbl="sibTrans1D1" presStyleIdx="15" presStyleCnt="17"/>
      <dgm:spPr/>
    </dgm:pt>
    <dgm:pt modelId="{CC95E1B0-63E1-4760-A865-EAE6D8CE85FE}" type="pres">
      <dgm:prSet presAssocID="{77E5234A-D1EB-4127-ADC0-CD71E91DF928}" presName="connectorText" presStyleLbl="sibTrans1D1" presStyleIdx="15" presStyleCnt="17"/>
      <dgm:spPr/>
    </dgm:pt>
    <dgm:pt modelId="{DC2F718A-F9CA-42C2-A8C1-84B50207F35C}" type="pres">
      <dgm:prSet presAssocID="{93454AF4-33C2-4062-A433-437CAD32679F}" presName="node" presStyleLbl="node1" presStyleIdx="16" presStyleCnt="18">
        <dgm:presLayoutVars>
          <dgm:bulletEnabled val="1"/>
        </dgm:presLayoutVars>
      </dgm:prSet>
      <dgm:spPr/>
    </dgm:pt>
    <dgm:pt modelId="{61BD9CCD-4BD4-400B-A0B7-FFB931269439}" type="pres">
      <dgm:prSet presAssocID="{8818F213-E8FD-4C2E-9187-2A0B3DED040E}" presName="sibTrans" presStyleLbl="sibTrans1D1" presStyleIdx="16" presStyleCnt="17"/>
      <dgm:spPr/>
    </dgm:pt>
    <dgm:pt modelId="{87677C4D-EAD1-4AEE-A4CE-D0A37C1410B1}" type="pres">
      <dgm:prSet presAssocID="{8818F213-E8FD-4C2E-9187-2A0B3DED040E}" presName="connectorText" presStyleLbl="sibTrans1D1" presStyleIdx="16" presStyleCnt="17"/>
      <dgm:spPr/>
    </dgm:pt>
    <dgm:pt modelId="{22665DE9-680D-4C45-AA19-304834956C61}" type="pres">
      <dgm:prSet presAssocID="{A3F8AF58-E956-4B01-8ADC-2B7F21A65928}" presName="node" presStyleLbl="node1" presStyleIdx="17" presStyleCnt="18">
        <dgm:presLayoutVars>
          <dgm:bulletEnabled val="1"/>
        </dgm:presLayoutVars>
      </dgm:prSet>
      <dgm:spPr/>
    </dgm:pt>
  </dgm:ptLst>
  <dgm:cxnLst>
    <dgm:cxn modelId="{E0CFDE07-3D7D-4BF7-99A5-98D47BDABBA8}" type="presOf" srcId="{C24B76AC-CAAD-4D96-B8B2-6DC17975AD42}" destId="{B3FDD175-954C-4F05-BE1B-049802C404C5}" srcOrd="1" destOrd="0" presId="urn:microsoft.com/office/officeart/2016/7/layout/RepeatingBendingProcessNew"/>
    <dgm:cxn modelId="{00BA7C09-4731-4BDD-96D2-5E4976A9D391}" type="presOf" srcId="{B620B2F0-4DBE-4209-9451-25E5985872A2}" destId="{56FB3AE5-D4EE-41A8-AE8A-29FA9B1BC023}" srcOrd="0" destOrd="0" presId="urn:microsoft.com/office/officeart/2016/7/layout/RepeatingBendingProcessNew"/>
    <dgm:cxn modelId="{1FF2550E-E088-45AD-BC23-9BB7E152CAAA}" type="presOf" srcId="{A3F8AF58-E956-4B01-8ADC-2B7F21A65928}" destId="{22665DE9-680D-4C45-AA19-304834956C61}" srcOrd="0" destOrd="0" presId="urn:microsoft.com/office/officeart/2016/7/layout/RepeatingBendingProcessNew"/>
    <dgm:cxn modelId="{9F98DE16-268A-4E63-9A9E-FA297B7B78B1}" srcId="{9FFB711E-1BFD-4AC2-AFE4-238AF701D0FA}" destId="{8DBA2FBE-6366-43C3-B058-D4D8CAEAC4AA}" srcOrd="1" destOrd="0" parTransId="{E8116B4E-C943-4523-A242-21389E0892C3}" sibTransId="{9C70476D-453D-4321-B8A1-58DA3E90BC23}"/>
    <dgm:cxn modelId="{E4200D1C-7808-49C4-8ABA-A63AE53A30D6}" type="presOf" srcId="{E3806670-D880-45BE-A1ED-B90C9602594B}" destId="{6279F7DA-CE06-4AC8-A72F-CFC4265878B4}" srcOrd="1" destOrd="0" presId="urn:microsoft.com/office/officeart/2016/7/layout/RepeatingBendingProcessNew"/>
    <dgm:cxn modelId="{2D7C501D-8AE3-42C9-AD33-6DD086024005}" type="presOf" srcId="{B9621AF0-FB91-487F-A1EA-C2AA4AE067A2}" destId="{0612DC01-FD16-4848-AF05-4D58808A5EBE}" srcOrd="1" destOrd="0" presId="urn:microsoft.com/office/officeart/2016/7/layout/RepeatingBendingProcessNew"/>
    <dgm:cxn modelId="{0DDBFD1F-A1B8-45D5-A14E-0D558078D60A}" type="presOf" srcId="{CFC35DB4-045E-4682-895E-F27055087EA9}" destId="{561181F2-F868-40E7-8861-6DD70EA0338D}" srcOrd="0" destOrd="0" presId="urn:microsoft.com/office/officeart/2016/7/layout/RepeatingBendingProcessNew"/>
    <dgm:cxn modelId="{9C8E6920-4B3A-43FF-B27A-33D3A759C17A}" type="presOf" srcId="{24B7175D-EDC7-487B-B4AB-6743DF12F842}" destId="{BEA88C30-151A-46A0-8436-B42E0E4BE07D}" srcOrd="0" destOrd="0" presId="urn:microsoft.com/office/officeart/2016/7/layout/RepeatingBendingProcessNew"/>
    <dgm:cxn modelId="{EB375120-1290-48B8-9883-7E4A1ACF52DC}" type="presOf" srcId="{EFCAB069-AE3C-4969-8A0D-108DD28C10F9}" destId="{A14A4E57-D532-486F-BEA1-BD0775BE584F}" srcOrd="0" destOrd="0" presId="urn:microsoft.com/office/officeart/2016/7/layout/RepeatingBendingProcessNew"/>
    <dgm:cxn modelId="{766C7222-2916-4085-979B-499F053BD161}" type="presOf" srcId="{486FFB7E-9C45-4C47-A3BC-1F0574C48033}" destId="{427C04A0-EDFE-4073-8CA5-2F02742DC986}" srcOrd="1" destOrd="0" presId="urn:microsoft.com/office/officeart/2016/7/layout/RepeatingBendingProcessNew"/>
    <dgm:cxn modelId="{BC898422-3E3E-458A-9AE4-1929699F535F}" srcId="{9FFB711E-1BFD-4AC2-AFE4-238AF701D0FA}" destId="{BA85E9CA-A69F-43BF-8D93-11EF8C9BA6A1}" srcOrd="5" destOrd="0" parTransId="{AB76A68F-3AE3-47EB-B5C4-F8E88FDD09C2}" sibTransId="{CD1352F6-8D3A-4E95-AA56-AE10457569D4}"/>
    <dgm:cxn modelId="{94343A2D-A271-4204-B8BB-4A737AE615D2}" type="presOf" srcId="{6FB90D86-A482-436F-9772-2D0A2FF34094}" destId="{2824DC9B-3D28-4E5D-B9D9-871269B58D25}" srcOrd="0" destOrd="0" presId="urn:microsoft.com/office/officeart/2016/7/layout/RepeatingBendingProcessNew"/>
    <dgm:cxn modelId="{8C01F62E-E7DA-4634-9B53-CADB283814F0}" type="presOf" srcId="{67F11BE6-0E8F-4F23-9F43-86496A991116}" destId="{2EDD7133-BEB1-4BCE-BF38-393E60F9F833}" srcOrd="0" destOrd="0" presId="urn:microsoft.com/office/officeart/2016/7/layout/RepeatingBendingProcessNew"/>
    <dgm:cxn modelId="{172B8D34-575D-49BA-ACC6-4CA50CBD774E}" type="presOf" srcId="{486FFB7E-9C45-4C47-A3BC-1F0574C48033}" destId="{20F699CD-2018-4BA1-8796-74236206B8A3}" srcOrd="0" destOrd="0" presId="urn:microsoft.com/office/officeart/2016/7/layout/RepeatingBendingProcessNew"/>
    <dgm:cxn modelId="{3A80BF34-4753-4745-B4DA-21F60940A0A7}" type="presOf" srcId="{8818F213-E8FD-4C2E-9187-2A0B3DED040E}" destId="{87677C4D-EAD1-4AEE-A4CE-D0A37C1410B1}" srcOrd="1" destOrd="0" presId="urn:microsoft.com/office/officeart/2016/7/layout/RepeatingBendingProcessNew"/>
    <dgm:cxn modelId="{EB5E1036-44EA-408E-9F8D-86F58F8A2F94}" srcId="{9FFB711E-1BFD-4AC2-AFE4-238AF701D0FA}" destId="{EFCAB069-AE3C-4969-8A0D-108DD28C10F9}" srcOrd="4" destOrd="0" parTransId="{CF29DF11-36DE-49B0-BABC-4B88F916F53B}" sibTransId="{0B15B4EC-ED39-49AE-AD9A-81C9AB90DA13}"/>
    <dgm:cxn modelId="{2DC97438-2399-4FE1-B422-14D317E5CB6E}" type="presOf" srcId="{CD1352F6-8D3A-4E95-AA56-AE10457569D4}" destId="{013DCCEA-F715-4CEE-996A-D0810BAD6CF1}" srcOrd="1" destOrd="0" presId="urn:microsoft.com/office/officeart/2016/7/layout/RepeatingBendingProcessNew"/>
    <dgm:cxn modelId="{371B5A3B-6BB9-4A60-AB86-CB41AE8B500F}" srcId="{9FFB711E-1BFD-4AC2-AFE4-238AF701D0FA}" destId="{93454AF4-33C2-4062-A433-437CAD32679F}" srcOrd="16" destOrd="0" parTransId="{29383286-5B35-4472-973F-011E9CA4C11C}" sibTransId="{8818F213-E8FD-4C2E-9187-2A0B3DED040E}"/>
    <dgm:cxn modelId="{FB24743D-AD18-486B-96EC-D623CE3B03A7}" type="presOf" srcId="{89BC2A67-8B94-4E3E-A50F-FF15F5EADF1E}" destId="{63DB56FA-9B7B-4795-A67F-50754C1EE6E0}" srcOrd="0" destOrd="0" presId="urn:microsoft.com/office/officeart/2016/7/layout/RepeatingBendingProcessNew"/>
    <dgm:cxn modelId="{8E1B213F-D4D5-4F63-B170-66AB69FC2F61}" type="presOf" srcId="{9C70476D-453D-4321-B8A1-58DA3E90BC23}" destId="{E2DDAF3E-4BD1-4D0F-99E6-2DF4A9E46ED1}" srcOrd="1" destOrd="0" presId="urn:microsoft.com/office/officeart/2016/7/layout/RepeatingBendingProcessNew"/>
    <dgm:cxn modelId="{0D1A823F-2BFA-4F4B-97CD-08C8537B7E23}" type="presOf" srcId="{8804DB31-AECF-4695-8063-2D17F7696032}" destId="{0186DEB7-D713-4430-8FB1-12F3F77C8063}" srcOrd="0" destOrd="0" presId="urn:microsoft.com/office/officeart/2016/7/layout/RepeatingBendingProcessNew"/>
    <dgm:cxn modelId="{7250075B-9E31-4D6A-8820-51A09667C4B9}" type="presOf" srcId="{95628790-DE69-4DF5-AF96-910B132146A6}" destId="{FD54AE44-E061-4C08-8E0B-1395FA2AC24D}" srcOrd="1" destOrd="0" presId="urn:microsoft.com/office/officeart/2016/7/layout/RepeatingBendingProcessNew"/>
    <dgm:cxn modelId="{E139D75F-7A3D-4514-805E-DDDDD90F4019}" srcId="{9FFB711E-1BFD-4AC2-AFE4-238AF701D0FA}" destId="{DC12D0A4-1BF6-4220-8ACB-B19B5879669E}" srcOrd="7" destOrd="0" parTransId="{A87A401D-305E-4DC8-9A4D-754B7CAF525A}" sibTransId="{89BC2A67-8B94-4E3E-A50F-FF15F5EADF1E}"/>
    <dgm:cxn modelId="{78682961-9730-4631-BDAE-8AA0A0457A42}" type="presOf" srcId="{77E5234A-D1EB-4127-ADC0-CD71E91DF928}" destId="{64FE737E-CB5E-472D-8539-6CA245DC3238}" srcOrd="0" destOrd="0" presId="urn:microsoft.com/office/officeart/2016/7/layout/RepeatingBendingProcessNew"/>
    <dgm:cxn modelId="{96ECA146-E5F1-4888-B076-8CBC9AECA253}" type="presOf" srcId="{960443FB-2271-426E-9C05-69756B380763}" destId="{03857A4A-B0BE-482A-BCDE-2247C35B879C}" srcOrd="1" destOrd="0" presId="urn:microsoft.com/office/officeart/2016/7/layout/RepeatingBendingProcessNew"/>
    <dgm:cxn modelId="{9AC24C6A-8446-4B24-9E2C-8CCD82CB3A48}" srcId="{9FFB711E-1BFD-4AC2-AFE4-238AF701D0FA}" destId="{65F5D450-9796-493A-812B-97A95397D889}" srcOrd="12" destOrd="0" parTransId="{8B2EEDC8-0CCC-4620-AFCF-F397B4C367ED}" sibTransId="{24B7175D-EDC7-487B-B4AB-6743DF12F842}"/>
    <dgm:cxn modelId="{B725A74D-5016-4A36-8172-8670E3341FDC}" type="presOf" srcId="{DC12D0A4-1BF6-4220-8ACB-B19B5879669E}" destId="{369B9A61-2CC7-4999-A761-AC3C55C1D811}" srcOrd="0" destOrd="0" presId="urn:microsoft.com/office/officeart/2016/7/layout/RepeatingBendingProcessNew"/>
    <dgm:cxn modelId="{ACB4C86E-C8D6-463B-AE0C-A83CD1E8DC3F}" srcId="{9FFB711E-1BFD-4AC2-AFE4-238AF701D0FA}" destId="{13447B71-4360-4DB2-977D-487FAAC6930F}" srcOrd="2" destOrd="0" parTransId="{253A84D0-9C01-41FF-B2D0-20C5D980C0DF}" sibTransId="{960443FB-2271-426E-9C05-69756B380763}"/>
    <dgm:cxn modelId="{C34B514F-253C-47DC-B2B2-03876822EB01}" type="presOf" srcId="{4276234E-0789-44AB-B69D-C2EF9DFD1941}" destId="{0B8ECC23-462C-4065-A448-AEFAAB3891B7}" srcOrd="1" destOrd="0" presId="urn:microsoft.com/office/officeart/2016/7/layout/RepeatingBendingProcessNew"/>
    <dgm:cxn modelId="{8AFF754F-B50F-476D-8CBA-F70AF160399D}" srcId="{9FFB711E-1BFD-4AC2-AFE4-238AF701D0FA}" destId="{896FA430-A5C6-4200-9ED4-2308D94B68B4}" srcOrd="8" destOrd="0" parTransId="{3B57164F-B866-458B-9A46-69A7A9D6923B}" sibTransId="{302AEB96-6F5C-4478-9310-420ABFFBAB96}"/>
    <dgm:cxn modelId="{C69A6B70-25AD-45E1-85BD-6DC17B11A80D}" type="presOf" srcId="{93454AF4-33C2-4062-A433-437CAD32679F}" destId="{DC2F718A-F9CA-42C2-A8C1-84B50207F35C}" srcOrd="0" destOrd="0" presId="urn:microsoft.com/office/officeart/2016/7/layout/RepeatingBendingProcessNew"/>
    <dgm:cxn modelId="{7C8D2654-26E0-4BB3-AB5A-BFA5A856925E}" srcId="{9FFB711E-1BFD-4AC2-AFE4-238AF701D0FA}" destId="{019D6D1D-278B-4C4A-AED8-7DFB0535AB7D}" srcOrd="11" destOrd="0" parTransId="{64D5B95F-6EFA-4A54-8455-ADB41F43435A}" sibTransId="{95628790-DE69-4DF5-AF96-910B132146A6}"/>
    <dgm:cxn modelId="{A3CE3A54-3A8F-495F-AB08-7BAE69578E1C}" srcId="{9FFB711E-1BFD-4AC2-AFE4-238AF701D0FA}" destId="{B620B2F0-4DBE-4209-9451-25E5985872A2}" srcOrd="6" destOrd="0" parTransId="{0FBF9A36-3EDC-4E7C-95F8-0D8B95504E9D}" sibTransId="{B5207FEB-69BA-4DF0-AC34-21DE38247AEF}"/>
    <dgm:cxn modelId="{A6F66E76-A5E2-488A-B063-B3957E0E2F7D}" srcId="{9FFB711E-1BFD-4AC2-AFE4-238AF701D0FA}" destId="{6FB90D86-A482-436F-9772-2D0A2FF34094}" srcOrd="15" destOrd="0" parTransId="{A07B86B2-6F48-4D49-B226-39383C912035}" sibTransId="{77E5234A-D1EB-4127-ADC0-CD71E91DF928}"/>
    <dgm:cxn modelId="{E61D0258-FDE3-4869-BE47-F807E9D7EABE}" type="presOf" srcId="{77E5234A-D1EB-4127-ADC0-CD71E91DF928}" destId="{CC95E1B0-63E1-4760-A865-EAE6D8CE85FE}" srcOrd="1" destOrd="0" presId="urn:microsoft.com/office/officeart/2016/7/layout/RepeatingBendingProcessNew"/>
    <dgm:cxn modelId="{9C123559-9203-4ABE-92CF-5B16A1D02573}" type="presOf" srcId="{CD1352F6-8D3A-4E95-AA56-AE10457569D4}" destId="{F45E4968-B582-4840-9285-3B79EA9E8130}" srcOrd="0" destOrd="0" presId="urn:microsoft.com/office/officeart/2016/7/layout/RepeatingBendingProcessNew"/>
    <dgm:cxn modelId="{40D04E79-F808-4D76-90ED-4200449F3711}" type="presOf" srcId="{B5207FEB-69BA-4DF0-AC34-21DE38247AEF}" destId="{19233DC1-9940-4E1B-AEA8-E857E85F4161}" srcOrd="0" destOrd="0" presId="urn:microsoft.com/office/officeart/2016/7/layout/RepeatingBendingProcessNew"/>
    <dgm:cxn modelId="{1764137A-9F5D-4A0C-855C-0986CB3A0A3D}" type="presOf" srcId="{9FFB711E-1BFD-4AC2-AFE4-238AF701D0FA}" destId="{B4C0A2A6-B6AE-4D69-BA40-AD3635A9626E}" srcOrd="0" destOrd="0" presId="urn:microsoft.com/office/officeart/2016/7/layout/RepeatingBendingProcessNew"/>
    <dgm:cxn modelId="{C54D987B-2570-47A1-B436-26F487C388B4}" srcId="{9FFB711E-1BFD-4AC2-AFE4-238AF701D0FA}" destId="{67F11BE6-0E8F-4F23-9F43-86496A991116}" srcOrd="3" destOrd="0" parTransId="{88C5949B-CEDB-4BF0-9D39-97E8729D4A61}" sibTransId="{C24B76AC-CAAD-4D96-B8B2-6DC17975AD42}"/>
    <dgm:cxn modelId="{CFE9937D-5E03-46D5-83EA-A13197700BCB}" type="presOf" srcId="{019D6D1D-278B-4C4A-AED8-7DFB0535AB7D}" destId="{997041C9-B7AE-4AA5-9730-A660FEF0ED32}" srcOrd="0" destOrd="0" presId="urn:microsoft.com/office/officeart/2016/7/layout/RepeatingBendingProcessNew"/>
    <dgm:cxn modelId="{1897CC81-D6F2-40C4-9D7F-9AF97E068466}" type="presOf" srcId="{E3806670-D880-45BE-A1ED-B90C9602594B}" destId="{57A38637-C30B-4A6C-8E18-8DDE64FCA3B3}" srcOrd="0" destOrd="0" presId="urn:microsoft.com/office/officeart/2016/7/layout/RepeatingBendingProcessNew"/>
    <dgm:cxn modelId="{718BAD82-E3BE-4D66-89AE-BAA81F6526DD}" srcId="{9FFB711E-1BFD-4AC2-AFE4-238AF701D0FA}" destId="{F1D9A59C-479F-4A52-903F-52782482D58B}" srcOrd="13" destOrd="0" parTransId="{F7FE4665-A699-4371-B148-6A8CA3C72A50}" sibTransId="{B9621AF0-FB91-487F-A1EA-C2AA4AE067A2}"/>
    <dgm:cxn modelId="{96775688-F024-4871-82D2-DD924EC43F3F}" type="presOf" srcId="{4276234E-0789-44AB-B69D-C2EF9DFD1941}" destId="{BBC46F44-5C3C-4D7D-81C7-3E2BB36ECC2E}" srcOrd="0" destOrd="0" presId="urn:microsoft.com/office/officeart/2016/7/layout/RepeatingBendingProcessNew"/>
    <dgm:cxn modelId="{9D7AA88C-245B-4656-B5BB-034652B668A4}" type="presOf" srcId="{B5207FEB-69BA-4DF0-AC34-21DE38247AEF}" destId="{36BA289F-1F0F-4622-B577-DA29146E1730}" srcOrd="1" destOrd="0" presId="urn:microsoft.com/office/officeart/2016/7/layout/RepeatingBendingProcessNew"/>
    <dgm:cxn modelId="{F326268D-3256-4D61-A228-02E6A26203D6}" type="presOf" srcId="{24B7175D-EDC7-487B-B4AB-6743DF12F842}" destId="{9CDC8446-4951-460F-9723-C3AA6C9701C2}" srcOrd="1" destOrd="0" presId="urn:microsoft.com/office/officeart/2016/7/layout/RepeatingBendingProcessNew"/>
    <dgm:cxn modelId="{460E178E-BD6D-4C46-A169-1FD0441816D2}" type="presOf" srcId="{0B15B4EC-ED39-49AE-AD9A-81C9AB90DA13}" destId="{302E902C-AF49-4C31-BB52-1139C0BA300A}" srcOrd="1" destOrd="0" presId="urn:microsoft.com/office/officeart/2016/7/layout/RepeatingBendingProcessNew"/>
    <dgm:cxn modelId="{0D350298-6AD6-488F-9F90-4821A49BF814}" type="presOf" srcId="{302AEB96-6F5C-4478-9310-420ABFFBAB96}" destId="{5FBB2AD2-D4A3-40AC-8637-3A85695496F9}" srcOrd="1" destOrd="0" presId="urn:microsoft.com/office/officeart/2016/7/layout/RepeatingBendingProcessNew"/>
    <dgm:cxn modelId="{18BE9598-8772-4A9A-9900-153E518E97FD}" type="presOf" srcId="{C24B76AC-CAAD-4D96-B8B2-6DC17975AD42}" destId="{86767C3A-38CC-4DA0-AA94-E2380E5A54D7}" srcOrd="0" destOrd="0" presId="urn:microsoft.com/office/officeart/2016/7/layout/RepeatingBendingProcessNew"/>
    <dgm:cxn modelId="{8252C099-C537-45CE-B063-1FF9C3A3E6FC}" type="presOf" srcId="{89BC2A67-8B94-4E3E-A50F-FF15F5EADF1E}" destId="{BB68A8E7-6945-4677-91FE-78709761E78E}" srcOrd="1" destOrd="0" presId="urn:microsoft.com/office/officeart/2016/7/layout/RepeatingBendingProcessNew"/>
    <dgm:cxn modelId="{5B5B3C9D-D706-43DF-ACBF-DF978173D769}" type="presOf" srcId="{95628790-DE69-4DF5-AF96-910B132146A6}" destId="{C1D606D0-10FA-4588-905A-C834FC16AAA2}" srcOrd="0" destOrd="0" presId="urn:microsoft.com/office/officeart/2016/7/layout/RepeatingBendingProcessNew"/>
    <dgm:cxn modelId="{08B2219E-18B6-4F5E-AB8E-C22628068033}" srcId="{9FFB711E-1BFD-4AC2-AFE4-238AF701D0FA}" destId="{2651E359-AB33-4C22-8317-D55B6A97F00E}" srcOrd="14" destOrd="0" parTransId="{3F821B05-4909-46CB-B66E-4F030F77595D}" sibTransId="{486FFB7E-9C45-4C47-A3BC-1F0574C48033}"/>
    <dgm:cxn modelId="{333EF49E-BA6B-4B06-B6D4-2460E7652D30}" type="presOf" srcId="{896FA430-A5C6-4200-9ED4-2308D94B68B4}" destId="{14487BAD-8AF7-4E74-B7AF-F9FA034B91DC}" srcOrd="0" destOrd="0" presId="urn:microsoft.com/office/officeart/2016/7/layout/RepeatingBendingProcessNew"/>
    <dgm:cxn modelId="{0D973CAA-4FC5-4002-AAE9-3EEA1630A981}" type="presOf" srcId="{65F5D450-9796-493A-812B-97A95397D889}" destId="{FD540185-8F76-4A7E-BB98-2706442EBF79}" srcOrd="0" destOrd="0" presId="urn:microsoft.com/office/officeart/2016/7/layout/RepeatingBendingProcessNew"/>
    <dgm:cxn modelId="{9D5F84B2-4A6D-448D-8DB6-1449F4F6081F}" type="presOf" srcId="{960443FB-2271-426E-9C05-69756B380763}" destId="{1BB10B58-A6BB-4358-9165-7DFC094D10A1}" srcOrd="0" destOrd="0" presId="urn:microsoft.com/office/officeart/2016/7/layout/RepeatingBendingProcessNew"/>
    <dgm:cxn modelId="{227CA4B3-B3F7-4DAB-A193-F1DBFDE7AD4B}" type="presOf" srcId="{2651E359-AB33-4C22-8317-D55B6A97F00E}" destId="{CC139A73-6241-47E7-B1DB-6AF8FCB7B31F}" srcOrd="0" destOrd="0" presId="urn:microsoft.com/office/officeart/2016/7/layout/RepeatingBendingProcessNew"/>
    <dgm:cxn modelId="{E1E803B7-D0F9-4CB7-9DA9-13F0A3B3BA84}" type="presOf" srcId="{9C70476D-453D-4321-B8A1-58DA3E90BC23}" destId="{98B0544A-5649-4EEE-9977-4A84E04030B9}" srcOrd="0" destOrd="0" presId="urn:microsoft.com/office/officeart/2016/7/layout/RepeatingBendingProcessNew"/>
    <dgm:cxn modelId="{CB95C2B8-4916-4761-9275-C32C95C16659}" srcId="{9FFB711E-1BFD-4AC2-AFE4-238AF701D0FA}" destId="{1D1E5106-1AE5-41BA-8566-AA119B8F88D7}" srcOrd="10" destOrd="0" parTransId="{BDC32D45-67B1-40D6-A472-C587FD65C797}" sibTransId="{4276234E-0789-44AB-B69D-C2EF9DFD1941}"/>
    <dgm:cxn modelId="{B6B958B9-50D9-4A8A-A333-97A9469FA620}" type="presOf" srcId="{8818F213-E8FD-4C2E-9187-2A0B3DED040E}" destId="{61BD9CCD-4BD4-400B-A0B7-FFB931269439}" srcOrd="0" destOrd="0" presId="urn:microsoft.com/office/officeart/2016/7/layout/RepeatingBendingProcessNew"/>
    <dgm:cxn modelId="{C797E7C2-DBB5-4316-B95E-52C40E04F5E3}" srcId="{9FFB711E-1BFD-4AC2-AFE4-238AF701D0FA}" destId="{8804DB31-AECF-4695-8063-2D17F7696032}" srcOrd="0" destOrd="0" parTransId="{91473843-DCC0-4655-8425-08B58023707C}" sibTransId="{E3806670-D880-45BE-A1ED-B90C9602594B}"/>
    <dgm:cxn modelId="{3C3792C8-7392-40C9-BE8A-0A4AB9763C70}" type="presOf" srcId="{FED2A79C-0C94-4A49-95B4-0B2292477BAD}" destId="{4705094A-23F0-42A3-98D6-C91D7889271B}" srcOrd="1" destOrd="0" presId="urn:microsoft.com/office/officeart/2016/7/layout/RepeatingBendingProcessNew"/>
    <dgm:cxn modelId="{8F39DACB-C63C-474B-9CBD-160CB2B57338}" type="presOf" srcId="{B9621AF0-FB91-487F-A1EA-C2AA4AE067A2}" destId="{2FF69E10-6573-4FC3-AC89-CB0B46184E44}" srcOrd="0" destOrd="0" presId="urn:microsoft.com/office/officeart/2016/7/layout/RepeatingBendingProcessNew"/>
    <dgm:cxn modelId="{A23576D4-D11B-41B9-9D1E-744A64FC7D9A}" type="presOf" srcId="{F1D9A59C-479F-4A52-903F-52782482D58B}" destId="{F45F2C0C-28B2-45AC-A24C-41A5BEF88E0E}" srcOrd="0" destOrd="0" presId="urn:microsoft.com/office/officeart/2016/7/layout/RepeatingBendingProcessNew"/>
    <dgm:cxn modelId="{C2BD5FD7-68AD-44D8-BF98-52B9ADB6441B}" type="presOf" srcId="{302AEB96-6F5C-4478-9310-420ABFFBAB96}" destId="{2DE1CABD-12AB-440A-87F7-238895C93D5E}" srcOrd="0" destOrd="0" presId="urn:microsoft.com/office/officeart/2016/7/layout/RepeatingBendingProcessNew"/>
    <dgm:cxn modelId="{625F72DE-0DF7-4829-BADA-EC11CB10041C}" srcId="{9FFB711E-1BFD-4AC2-AFE4-238AF701D0FA}" destId="{CFC35DB4-045E-4682-895E-F27055087EA9}" srcOrd="9" destOrd="0" parTransId="{40B9E449-6597-4434-BD61-BB3FD16CB491}" sibTransId="{FED2A79C-0C94-4A49-95B4-0B2292477BAD}"/>
    <dgm:cxn modelId="{6B0748E2-B1D0-474E-AB35-7291DA6608C4}" type="presOf" srcId="{BA85E9CA-A69F-43BF-8D93-11EF8C9BA6A1}" destId="{F69B03A0-CD5C-4AB4-AFE8-22C3F5A7F22A}" srcOrd="0" destOrd="0" presId="urn:microsoft.com/office/officeart/2016/7/layout/RepeatingBendingProcessNew"/>
    <dgm:cxn modelId="{44D228E6-3B15-41C7-8F4F-B2A84B0AE304}" type="presOf" srcId="{1D1E5106-1AE5-41BA-8566-AA119B8F88D7}" destId="{58CB6D2A-97D0-44FD-B2E2-4FDE4CE23A99}" srcOrd="0" destOrd="0" presId="urn:microsoft.com/office/officeart/2016/7/layout/RepeatingBendingProcessNew"/>
    <dgm:cxn modelId="{FA14BFE8-827E-4D2C-9458-F9F6C9A784C5}" type="presOf" srcId="{8DBA2FBE-6366-43C3-B058-D4D8CAEAC4AA}" destId="{5989EAF7-CE83-4B6B-A7D1-EDF4B66A5F67}" srcOrd="0" destOrd="0" presId="urn:microsoft.com/office/officeart/2016/7/layout/RepeatingBendingProcessNew"/>
    <dgm:cxn modelId="{AB6D09F0-107B-4481-9596-8752334A9911}" srcId="{9FFB711E-1BFD-4AC2-AFE4-238AF701D0FA}" destId="{A3F8AF58-E956-4B01-8ADC-2B7F21A65928}" srcOrd="17" destOrd="0" parTransId="{998180EE-AC50-4A5C-BF8C-5C8E34AC4A6F}" sibTransId="{EC966C96-530B-4FCC-9A71-1274A5087050}"/>
    <dgm:cxn modelId="{FC8596F5-A29B-44A3-ABDE-2F058693EEC4}" type="presOf" srcId="{0B15B4EC-ED39-49AE-AD9A-81C9AB90DA13}" destId="{75AA45B8-6172-4915-8DD0-EB2531682F65}" srcOrd="0" destOrd="0" presId="urn:microsoft.com/office/officeart/2016/7/layout/RepeatingBendingProcessNew"/>
    <dgm:cxn modelId="{A705FAF9-4733-4BB1-8BD8-066AFB9C7A50}" type="presOf" srcId="{13447B71-4360-4DB2-977D-487FAAC6930F}" destId="{9ED274F2-917C-4880-ACAE-637FDEBE1F29}" srcOrd="0" destOrd="0" presId="urn:microsoft.com/office/officeart/2016/7/layout/RepeatingBendingProcessNew"/>
    <dgm:cxn modelId="{5DC886FF-8286-410D-B86A-DF59DAACAB48}" type="presOf" srcId="{FED2A79C-0C94-4A49-95B4-0B2292477BAD}" destId="{F3601B6F-55AC-4F67-8806-DD90E45A603C}" srcOrd="0" destOrd="0" presId="urn:microsoft.com/office/officeart/2016/7/layout/RepeatingBendingProcessNew"/>
    <dgm:cxn modelId="{EF698363-CFA1-4E7E-A41A-15F4AE83FA26}" type="presParOf" srcId="{B4C0A2A6-B6AE-4D69-BA40-AD3635A9626E}" destId="{0186DEB7-D713-4430-8FB1-12F3F77C8063}" srcOrd="0" destOrd="0" presId="urn:microsoft.com/office/officeart/2016/7/layout/RepeatingBendingProcessNew"/>
    <dgm:cxn modelId="{BBA28B65-F39E-40A5-9D65-6D816E8165F5}" type="presParOf" srcId="{B4C0A2A6-B6AE-4D69-BA40-AD3635A9626E}" destId="{57A38637-C30B-4A6C-8E18-8DDE64FCA3B3}" srcOrd="1" destOrd="0" presId="urn:microsoft.com/office/officeart/2016/7/layout/RepeatingBendingProcessNew"/>
    <dgm:cxn modelId="{6BBFBAC5-5000-44D7-9FAA-CE979138CD90}" type="presParOf" srcId="{57A38637-C30B-4A6C-8E18-8DDE64FCA3B3}" destId="{6279F7DA-CE06-4AC8-A72F-CFC4265878B4}" srcOrd="0" destOrd="0" presId="urn:microsoft.com/office/officeart/2016/7/layout/RepeatingBendingProcessNew"/>
    <dgm:cxn modelId="{046CAC20-4188-47DE-9DEC-B2D9DA1E34C3}" type="presParOf" srcId="{B4C0A2A6-B6AE-4D69-BA40-AD3635A9626E}" destId="{5989EAF7-CE83-4B6B-A7D1-EDF4B66A5F67}" srcOrd="2" destOrd="0" presId="urn:microsoft.com/office/officeart/2016/7/layout/RepeatingBendingProcessNew"/>
    <dgm:cxn modelId="{4BDF88EE-F0E7-40D8-B58F-B09ABD05D415}" type="presParOf" srcId="{B4C0A2A6-B6AE-4D69-BA40-AD3635A9626E}" destId="{98B0544A-5649-4EEE-9977-4A84E04030B9}" srcOrd="3" destOrd="0" presId="urn:microsoft.com/office/officeart/2016/7/layout/RepeatingBendingProcessNew"/>
    <dgm:cxn modelId="{39A10777-9588-457A-B27B-F89C6E512369}" type="presParOf" srcId="{98B0544A-5649-4EEE-9977-4A84E04030B9}" destId="{E2DDAF3E-4BD1-4D0F-99E6-2DF4A9E46ED1}" srcOrd="0" destOrd="0" presId="urn:microsoft.com/office/officeart/2016/7/layout/RepeatingBendingProcessNew"/>
    <dgm:cxn modelId="{DB460AE9-DC3C-4FAD-9311-F107589413D1}" type="presParOf" srcId="{B4C0A2A6-B6AE-4D69-BA40-AD3635A9626E}" destId="{9ED274F2-917C-4880-ACAE-637FDEBE1F29}" srcOrd="4" destOrd="0" presId="urn:microsoft.com/office/officeart/2016/7/layout/RepeatingBendingProcessNew"/>
    <dgm:cxn modelId="{6DB3CA8B-1914-47D3-A4BB-5643CD3BE9DF}" type="presParOf" srcId="{B4C0A2A6-B6AE-4D69-BA40-AD3635A9626E}" destId="{1BB10B58-A6BB-4358-9165-7DFC094D10A1}" srcOrd="5" destOrd="0" presId="urn:microsoft.com/office/officeart/2016/7/layout/RepeatingBendingProcessNew"/>
    <dgm:cxn modelId="{2B1C2DEC-7F68-4337-91C8-76E92521A6B0}" type="presParOf" srcId="{1BB10B58-A6BB-4358-9165-7DFC094D10A1}" destId="{03857A4A-B0BE-482A-BCDE-2247C35B879C}" srcOrd="0" destOrd="0" presId="urn:microsoft.com/office/officeart/2016/7/layout/RepeatingBendingProcessNew"/>
    <dgm:cxn modelId="{7C3F6C51-CFBC-43D8-8B13-7EDDB8AEF6BA}" type="presParOf" srcId="{B4C0A2A6-B6AE-4D69-BA40-AD3635A9626E}" destId="{2EDD7133-BEB1-4BCE-BF38-393E60F9F833}" srcOrd="6" destOrd="0" presId="urn:microsoft.com/office/officeart/2016/7/layout/RepeatingBendingProcessNew"/>
    <dgm:cxn modelId="{D5068F1D-8010-42EE-9F7B-20665FD21572}" type="presParOf" srcId="{B4C0A2A6-B6AE-4D69-BA40-AD3635A9626E}" destId="{86767C3A-38CC-4DA0-AA94-E2380E5A54D7}" srcOrd="7" destOrd="0" presId="urn:microsoft.com/office/officeart/2016/7/layout/RepeatingBendingProcessNew"/>
    <dgm:cxn modelId="{F5E911C3-0B00-4CF8-91DC-80D3D6670A6C}" type="presParOf" srcId="{86767C3A-38CC-4DA0-AA94-E2380E5A54D7}" destId="{B3FDD175-954C-4F05-BE1B-049802C404C5}" srcOrd="0" destOrd="0" presId="urn:microsoft.com/office/officeart/2016/7/layout/RepeatingBendingProcessNew"/>
    <dgm:cxn modelId="{542F3862-1965-40FE-905E-1C6C9FFBECE3}" type="presParOf" srcId="{B4C0A2A6-B6AE-4D69-BA40-AD3635A9626E}" destId="{A14A4E57-D532-486F-BEA1-BD0775BE584F}" srcOrd="8" destOrd="0" presId="urn:microsoft.com/office/officeart/2016/7/layout/RepeatingBendingProcessNew"/>
    <dgm:cxn modelId="{EE59D9D1-6C89-45DA-A566-43FDB8FBE571}" type="presParOf" srcId="{B4C0A2A6-B6AE-4D69-BA40-AD3635A9626E}" destId="{75AA45B8-6172-4915-8DD0-EB2531682F65}" srcOrd="9" destOrd="0" presId="urn:microsoft.com/office/officeart/2016/7/layout/RepeatingBendingProcessNew"/>
    <dgm:cxn modelId="{FAE48C3B-1A1B-48ED-B010-03042D5C158E}" type="presParOf" srcId="{75AA45B8-6172-4915-8DD0-EB2531682F65}" destId="{302E902C-AF49-4C31-BB52-1139C0BA300A}" srcOrd="0" destOrd="0" presId="urn:microsoft.com/office/officeart/2016/7/layout/RepeatingBendingProcessNew"/>
    <dgm:cxn modelId="{61C6BEB1-0AB9-4674-B044-696F35D8A56A}" type="presParOf" srcId="{B4C0A2A6-B6AE-4D69-BA40-AD3635A9626E}" destId="{F69B03A0-CD5C-4AB4-AFE8-22C3F5A7F22A}" srcOrd="10" destOrd="0" presId="urn:microsoft.com/office/officeart/2016/7/layout/RepeatingBendingProcessNew"/>
    <dgm:cxn modelId="{1360E106-20E3-417A-82B1-232C7DA7C238}" type="presParOf" srcId="{B4C0A2A6-B6AE-4D69-BA40-AD3635A9626E}" destId="{F45E4968-B582-4840-9285-3B79EA9E8130}" srcOrd="11" destOrd="0" presId="urn:microsoft.com/office/officeart/2016/7/layout/RepeatingBendingProcessNew"/>
    <dgm:cxn modelId="{226140A1-AAD2-439C-AE6E-E78288494E3A}" type="presParOf" srcId="{F45E4968-B582-4840-9285-3B79EA9E8130}" destId="{013DCCEA-F715-4CEE-996A-D0810BAD6CF1}" srcOrd="0" destOrd="0" presId="urn:microsoft.com/office/officeart/2016/7/layout/RepeatingBendingProcessNew"/>
    <dgm:cxn modelId="{331D87D5-A7B2-4A4F-92ED-78FE83F75482}" type="presParOf" srcId="{B4C0A2A6-B6AE-4D69-BA40-AD3635A9626E}" destId="{56FB3AE5-D4EE-41A8-AE8A-29FA9B1BC023}" srcOrd="12" destOrd="0" presId="urn:microsoft.com/office/officeart/2016/7/layout/RepeatingBendingProcessNew"/>
    <dgm:cxn modelId="{D8FFB41A-F6E3-4E84-A28D-88DB04647837}" type="presParOf" srcId="{B4C0A2A6-B6AE-4D69-BA40-AD3635A9626E}" destId="{19233DC1-9940-4E1B-AEA8-E857E85F4161}" srcOrd="13" destOrd="0" presId="urn:microsoft.com/office/officeart/2016/7/layout/RepeatingBendingProcessNew"/>
    <dgm:cxn modelId="{D0559557-563A-4948-9A1D-F2607C7208EC}" type="presParOf" srcId="{19233DC1-9940-4E1B-AEA8-E857E85F4161}" destId="{36BA289F-1F0F-4622-B577-DA29146E1730}" srcOrd="0" destOrd="0" presId="urn:microsoft.com/office/officeart/2016/7/layout/RepeatingBendingProcessNew"/>
    <dgm:cxn modelId="{637D5CB4-91BB-4282-A637-287B718E0BCE}" type="presParOf" srcId="{B4C0A2A6-B6AE-4D69-BA40-AD3635A9626E}" destId="{369B9A61-2CC7-4999-A761-AC3C55C1D811}" srcOrd="14" destOrd="0" presId="urn:microsoft.com/office/officeart/2016/7/layout/RepeatingBendingProcessNew"/>
    <dgm:cxn modelId="{AB1EFE98-AB08-493E-9BB6-593F4C9CDE68}" type="presParOf" srcId="{B4C0A2A6-B6AE-4D69-BA40-AD3635A9626E}" destId="{63DB56FA-9B7B-4795-A67F-50754C1EE6E0}" srcOrd="15" destOrd="0" presId="urn:microsoft.com/office/officeart/2016/7/layout/RepeatingBendingProcessNew"/>
    <dgm:cxn modelId="{CF190141-6EAE-43BF-A28F-3CB223E98234}" type="presParOf" srcId="{63DB56FA-9B7B-4795-A67F-50754C1EE6E0}" destId="{BB68A8E7-6945-4677-91FE-78709761E78E}" srcOrd="0" destOrd="0" presId="urn:microsoft.com/office/officeart/2016/7/layout/RepeatingBendingProcessNew"/>
    <dgm:cxn modelId="{A24D82A3-3FA0-44C3-9F83-CE47023A8573}" type="presParOf" srcId="{B4C0A2A6-B6AE-4D69-BA40-AD3635A9626E}" destId="{14487BAD-8AF7-4E74-B7AF-F9FA034B91DC}" srcOrd="16" destOrd="0" presId="urn:microsoft.com/office/officeart/2016/7/layout/RepeatingBendingProcessNew"/>
    <dgm:cxn modelId="{A822BE31-3847-4634-B9EE-EE3C4DD3A395}" type="presParOf" srcId="{B4C0A2A6-B6AE-4D69-BA40-AD3635A9626E}" destId="{2DE1CABD-12AB-440A-87F7-238895C93D5E}" srcOrd="17" destOrd="0" presId="urn:microsoft.com/office/officeart/2016/7/layout/RepeatingBendingProcessNew"/>
    <dgm:cxn modelId="{C811C515-C6C5-4D26-A4B2-72BD03D9F73F}" type="presParOf" srcId="{2DE1CABD-12AB-440A-87F7-238895C93D5E}" destId="{5FBB2AD2-D4A3-40AC-8637-3A85695496F9}" srcOrd="0" destOrd="0" presId="urn:microsoft.com/office/officeart/2016/7/layout/RepeatingBendingProcessNew"/>
    <dgm:cxn modelId="{2AFBF9DD-099A-40F2-97B3-D773FE0FBEC8}" type="presParOf" srcId="{B4C0A2A6-B6AE-4D69-BA40-AD3635A9626E}" destId="{561181F2-F868-40E7-8861-6DD70EA0338D}" srcOrd="18" destOrd="0" presId="urn:microsoft.com/office/officeart/2016/7/layout/RepeatingBendingProcessNew"/>
    <dgm:cxn modelId="{27A90875-8495-4A9D-B2BC-D4C82E6DDDD2}" type="presParOf" srcId="{B4C0A2A6-B6AE-4D69-BA40-AD3635A9626E}" destId="{F3601B6F-55AC-4F67-8806-DD90E45A603C}" srcOrd="19" destOrd="0" presId="urn:microsoft.com/office/officeart/2016/7/layout/RepeatingBendingProcessNew"/>
    <dgm:cxn modelId="{C4DF8E3E-A488-4226-9A4D-FA6AA5210ABF}" type="presParOf" srcId="{F3601B6F-55AC-4F67-8806-DD90E45A603C}" destId="{4705094A-23F0-42A3-98D6-C91D7889271B}" srcOrd="0" destOrd="0" presId="urn:microsoft.com/office/officeart/2016/7/layout/RepeatingBendingProcessNew"/>
    <dgm:cxn modelId="{84BB7C89-979E-412B-A513-C57E7490FE0B}" type="presParOf" srcId="{B4C0A2A6-B6AE-4D69-BA40-AD3635A9626E}" destId="{58CB6D2A-97D0-44FD-B2E2-4FDE4CE23A99}" srcOrd="20" destOrd="0" presId="urn:microsoft.com/office/officeart/2016/7/layout/RepeatingBendingProcessNew"/>
    <dgm:cxn modelId="{78C1F83C-0213-40D3-B110-30F747C12EFC}" type="presParOf" srcId="{B4C0A2A6-B6AE-4D69-BA40-AD3635A9626E}" destId="{BBC46F44-5C3C-4D7D-81C7-3E2BB36ECC2E}" srcOrd="21" destOrd="0" presId="urn:microsoft.com/office/officeart/2016/7/layout/RepeatingBendingProcessNew"/>
    <dgm:cxn modelId="{EBA27DDF-3050-442E-9FFC-6D923F42CA54}" type="presParOf" srcId="{BBC46F44-5C3C-4D7D-81C7-3E2BB36ECC2E}" destId="{0B8ECC23-462C-4065-A448-AEFAAB3891B7}" srcOrd="0" destOrd="0" presId="urn:microsoft.com/office/officeart/2016/7/layout/RepeatingBendingProcessNew"/>
    <dgm:cxn modelId="{81B57E72-5DBF-4619-ADFF-87CFFBA8FD33}" type="presParOf" srcId="{B4C0A2A6-B6AE-4D69-BA40-AD3635A9626E}" destId="{997041C9-B7AE-4AA5-9730-A660FEF0ED32}" srcOrd="22" destOrd="0" presId="urn:microsoft.com/office/officeart/2016/7/layout/RepeatingBendingProcessNew"/>
    <dgm:cxn modelId="{29185D8D-3E3F-4102-A3E4-311DAB7D1BAB}" type="presParOf" srcId="{B4C0A2A6-B6AE-4D69-BA40-AD3635A9626E}" destId="{C1D606D0-10FA-4588-905A-C834FC16AAA2}" srcOrd="23" destOrd="0" presId="urn:microsoft.com/office/officeart/2016/7/layout/RepeatingBendingProcessNew"/>
    <dgm:cxn modelId="{F8C5589B-B042-47C6-B4FB-9CB8221B9FD2}" type="presParOf" srcId="{C1D606D0-10FA-4588-905A-C834FC16AAA2}" destId="{FD54AE44-E061-4C08-8E0B-1395FA2AC24D}" srcOrd="0" destOrd="0" presId="urn:microsoft.com/office/officeart/2016/7/layout/RepeatingBendingProcessNew"/>
    <dgm:cxn modelId="{48B40541-DBD3-449A-B604-4DBFB94A7A05}" type="presParOf" srcId="{B4C0A2A6-B6AE-4D69-BA40-AD3635A9626E}" destId="{FD540185-8F76-4A7E-BB98-2706442EBF79}" srcOrd="24" destOrd="0" presId="urn:microsoft.com/office/officeart/2016/7/layout/RepeatingBendingProcessNew"/>
    <dgm:cxn modelId="{F44B335B-E088-447C-AA1B-AD67515230B2}" type="presParOf" srcId="{B4C0A2A6-B6AE-4D69-BA40-AD3635A9626E}" destId="{BEA88C30-151A-46A0-8436-B42E0E4BE07D}" srcOrd="25" destOrd="0" presId="urn:microsoft.com/office/officeart/2016/7/layout/RepeatingBendingProcessNew"/>
    <dgm:cxn modelId="{96F0E89B-B61A-48A8-9414-7A9235D9A587}" type="presParOf" srcId="{BEA88C30-151A-46A0-8436-B42E0E4BE07D}" destId="{9CDC8446-4951-460F-9723-C3AA6C9701C2}" srcOrd="0" destOrd="0" presId="urn:microsoft.com/office/officeart/2016/7/layout/RepeatingBendingProcessNew"/>
    <dgm:cxn modelId="{5F9C11AA-21C8-4202-97CF-DC66D65D2F29}" type="presParOf" srcId="{B4C0A2A6-B6AE-4D69-BA40-AD3635A9626E}" destId="{F45F2C0C-28B2-45AC-A24C-41A5BEF88E0E}" srcOrd="26" destOrd="0" presId="urn:microsoft.com/office/officeart/2016/7/layout/RepeatingBendingProcessNew"/>
    <dgm:cxn modelId="{67820548-F3B1-4FE4-BB16-20ECF19392AB}" type="presParOf" srcId="{B4C0A2A6-B6AE-4D69-BA40-AD3635A9626E}" destId="{2FF69E10-6573-4FC3-AC89-CB0B46184E44}" srcOrd="27" destOrd="0" presId="urn:microsoft.com/office/officeart/2016/7/layout/RepeatingBendingProcessNew"/>
    <dgm:cxn modelId="{A2CB98F2-08F9-4081-839A-C74581161650}" type="presParOf" srcId="{2FF69E10-6573-4FC3-AC89-CB0B46184E44}" destId="{0612DC01-FD16-4848-AF05-4D58808A5EBE}" srcOrd="0" destOrd="0" presId="urn:microsoft.com/office/officeart/2016/7/layout/RepeatingBendingProcessNew"/>
    <dgm:cxn modelId="{A9E23A5C-688A-44CD-A9CA-79C6D1B8FDF7}" type="presParOf" srcId="{B4C0A2A6-B6AE-4D69-BA40-AD3635A9626E}" destId="{CC139A73-6241-47E7-B1DB-6AF8FCB7B31F}" srcOrd="28" destOrd="0" presId="urn:microsoft.com/office/officeart/2016/7/layout/RepeatingBendingProcessNew"/>
    <dgm:cxn modelId="{8D663068-C0F0-4FC7-99C5-762C63A280E8}" type="presParOf" srcId="{B4C0A2A6-B6AE-4D69-BA40-AD3635A9626E}" destId="{20F699CD-2018-4BA1-8796-74236206B8A3}" srcOrd="29" destOrd="0" presId="urn:microsoft.com/office/officeart/2016/7/layout/RepeatingBendingProcessNew"/>
    <dgm:cxn modelId="{4498AFF1-3A93-4C55-99CF-866E1324B12E}" type="presParOf" srcId="{20F699CD-2018-4BA1-8796-74236206B8A3}" destId="{427C04A0-EDFE-4073-8CA5-2F02742DC986}" srcOrd="0" destOrd="0" presId="urn:microsoft.com/office/officeart/2016/7/layout/RepeatingBendingProcessNew"/>
    <dgm:cxn modelId="{4C1129A8-2487-475B-8BBE-B1C251D8702C}" type="presParOf" srcId="{B4C0A2A6-B6AE-4D69-BA40-AD3635A9626E}" destId="{2824DC9B-3D28-4E5D-B9D9-871269B58D25}" srcOrd="30" destOrd="0" presId="urn:microsoft.com/office/officeart/2016/7/layout/RepeatingBendingProcessNew"/>
    <dgm:cxn modelId="{5DD10E88-A8BB-45D1-A985-EACCCA67B97F}" type="presParOf" srcId="{B4C0A2A6-B6AE-4D69-BA40-AD3635A9626E}" destId="{64FE737E-CB5E-472D-8539-6CA245DC3238}" srcOrd="31" destOrd="0" presId="urn:microsoft.com/office/officeart/2016/7/layout/RepeatingBendingProcessNew"/>
    <dgm:cxn modelId="{B7AC92D6-9D7E-49EF-A664-A35F6AC551D0}" type="presParOf" srcId="{64FE737E-CB5E-472D-8539-6CA245DC3238}" destId="{CC95E1B0-63E1-4760-A865-EAE6D8CE85FE}" srcOrd="0" destOrd="0" presId="urn:microsoft.com/office/officeart/2016/7/layout/RepeatingBendingProcessNew"/>
    <dgm:cxn modelId="{4B1A5561-5B3F-4BB9-B8F0-48EAEC63835F}" type="presParOf" srcId="{B4C0A2A6-B6AE-4D69-BA40-AD3635A9626E}" destId="{DC2F718A-F9CA-42C2-A8C1-84B50207F35C}" srcOrd="32" destOrd="0" presId="urn:microsoft.com/office/officeart/2016/7/layout/RepeatingBendingProcessNew"/>
    <dgm:cxn modelId="{F30AFEC7-92AF-496D-B330-73D4A7C5AF75}" type="presParOf" srcId="{B4C0A2A6-B6AE-4D69-BA40-AD3635A9626E}" destId="{61BD9CCD-4BD4-400B-A0B7-FFB931269439}" srcOrd="33" destOrd="0" presId="urn:microsoft.com/office/officeart/2016/7/layout/RepeatingBendingProcessNew"/>
    <dgm:cxn modelId="{9A5287D4-4350-4A6E-B3BF-07DCA42BC735}" type="presParOf" srcId="{61BD9CCD-4BD4-400B-A0B7-FFB931269439}" destId="{87677C4D-EAD1-4AEE-A4CE-D0A37C1410B1}" srcOrd="0" destOrd="0" presId="urn:microsoft.com/office/officeart/2016/7/layout/RepeatingBendingProcessNew"/>
    <dgm:cxn modelId="{0595038D-1BA9-4EEC-90F1-5C2A96A68312}" type="presParOf" srcId="{B4C0A2A6-B6AE-4D69-BA40-AD3635A9626E}" destId="{22665DE9-680D-4C45-AA19-304834956C61}" srcOrd="3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FAD449-9F47-4CAF-B963-938BD01042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23A965F-2A7E-4357-9217-3B62D24A286B}">
      <dgm:prSet/>
      <dgm:spPr/>
      <dgm:t>
        <a:bodyPr/>
        <a:lstStyle/>
        <a:p>
          <a:r>
            <a:rPr lang="en-US"/>
            <a:t>1. Frontend:</a:t>
          </a:r>
        </a:p>
      </dgm:t>
    </dgm:pt>
    <dgm:pt modelId="{927A1E4D-6E93-40E9-AF8B-F7CF24F0059C}" type="parTrans" cxnId="{59460291-19C9-4548-B563-88D0DBBA4754}">
      <dgm:prSet/>
      <dgm:spPr/>
      <dgm:t>
        <a:bodyPr/>
        <a:lstStyle/>
        <a:p>
          <a:endParaRPr lang="en-US"/>
        </a:p>
      </dgm:t>
    </dgm:pt>
    <dgm:pt modelId="{9E96B32B-20F6-4FFE-AE8D-CF34A7D3F0E0}" type="sibTrans" cxnId="{59460291-19C9-4548-B563-88D0DBBA4754}">
      <dgm:prSet/>
      <dgm:spPr/>
      <dgm:t>
        <a:bodyPr/>
        <a:lstStyle/>
        <a:p>
          <a:endParaRPr lang="en-US"/>
        </a:p>
      </dgm:t>
    </dgm:pt>
    <dgm:pt modelId="{C847313B-3AA4-4A25-8314-7BEADDF2D05C}">
      <dgm:prSet/>
      <dgm:spPr/>
      <dgm:t>
        <a:bodyPr/>
        <a:lstStyle/>
        <a:p>
          <a:r>
            <a:rPr lang="en-US"/>
            <a:t>- Framework: Flutter</a:t>
          </a:r>
        </a:p>
      </dgm:t>
    </dgm:pt>
    <dgm:pt modelId="{53A4AC05-6833-46EF-9081-CE5406E9AD97}" type="parTrans" cxnId="{79C7284F-D8EF-45B0-A3B5-DC8DA2DEF11C}">
      <dgm:prSet/>
      <dgm:spPr/>
      <dgm:t>
        <a:bodyPr/>
        <a:lstStyle/>
        <a:p>
          <a:endParaRPr lang="en-US"/>
        </a:p>
      </dgm:t>
    </dgm:pt>
    <dgm:pt modelId="{734D3BDF-6BD6-4620-9CA9-F51F27637D57}" type="sibTrans" cxnId="{79C7284F-D8EF-45B0-A3B5-DC8DA2DEF11C}">
      <dgm:prSet/>
      <dgm:spPr/>
      <dgm:t>
        <a:bodyPr/>
        <a:lstStyle/>
        <a:p>
          <a:endParaRPr lang="en-US"/>
        </a:p>
      </dgm:t>
    </dgm:pt>
    <dgm:pt modelId="{6B15EB23-941C-46C8-8240-529838AE6B24}">
      <dgm:prSet/>
      <dgm:spPr/>
      <dgm:t>
        <a:bodyPr/>
        <a:lstStyle/>
        <a:p>
          <a:r>
            <a:rPr lang="en-US"/>
            <a:t>- Libraries: network_info_plus, mobile_scanner, http</a:t>
          </a:r>
        </a:p>
      </dgm:t>
    </dgm:pt>
    <dgm:pt modelId="{21657271-54D3-498F-B409-31A756CEE225}" type="parTrans" cxnId="{689848B6-58FA-43A8-92AF-5B762B1C0506}">
      <dgm:prSet/>
      <dgm:spPr/>
      <dgm:t>
        <a:bodyPr/>
        <a:lstStyle/>
        <a:p>
          <a:endParaRPr lang="en-US"/>
        </a:p>
      </dgm:t>
    </dgm:pt>
    <dgm:pt modelId="{2F756F90-9627-486B-B560-7989180EE51D}" type="sibTrans" cxnId="{689848B6-58FA-43A8-92AF-5B762B1C0506}">
      <dgm:prSet/>
      <dgm:spPr/>
      <dgm:t>
        <a:bodyPr/>
        <a:lstStyle/>
        <a:p>
          <a:endParaRPr lang="en-US"/>
        </a:p>
      </dgm:t>
    </dgm:pt>
    <dgm:pt modelId="{BABA86E0-2771-4B14-A7A8-AD583109C699}">
      <dgm:prSet/>
      <dgm:spPr/>
      <dgm:t>
        <a:bodyPr/>
        <a:lstStyle/>
        <a:p>
          <a:r>
            <a:rPr lang="en-US"/>
            <a:t>2. Backend Logic:</a:t>
          </a:r>
        </a:p>
      </dgm:t>
    </dgm:pt>
    <dgm:pt modelId="{75F63AC6-EB7F-43E4-857E-B7D9B7D99897}" type="parTrans" cxnId="{31DB8D36-14AB-4C2F-B97A-25F81909BEDA}">
      <dgm:prSet/>
      <dgm:spPr/>
      <dgm:t>
        <a:bodyPr/>
        <a:lstStyle/>
        <a:p>
          <a:endParaRPr lang="en-US"/>
        </a:p>
      </dgm:t>
    </dgm:pt>
    <dgm:pt modelId="{6DED859B-CFEE-4C53-B782-9B19DAF0FFCE}" type="sibTrans" cxnId="{31DB8D36-14AB-4C2F-B97A-25F81909BEDA}">
      <dgm:prSet/>
      <dgm:spPr/>
      <dgm:t>
        <a:bodyPr/>
        <a:lstStyle/>
        <a:p>
          <a:endParaRPr lang="en-US"/>
        </a:p>
      </dgm:t>
    </dgm:pt>
    <dgm:pt modelId="{1D9F48A0-4898-4698-A6DD-B00C56EBA61D}">
      <dgm:prSet/>
      <dgm:spPr/>
      <dgm:t>
        <a:bodyPr/>
        <a:lstStyle/>
        <a:p>
          <a:r>
            <a:rPr lang="en-US"/>
            <a:t>- Vulnerability Scanning: Socket programming for port scanning.</a:t>
          </a:r>
        </a:p>
      </dgm:t>
    </dgm:pt>
    <dgm:pt modelId="{A13E5374-F1B9-42D1-96A0-610642902E8E}" type="parTrans" cxnId="{73632E9C-F1C9-4A03-9F2D-A82E7A0536D6}">
      <dgm:prSet/>
      <dgm:spPr/>
      <dgm:t>
        <a:bodyPr/>
        <a:lstStyle/>
        <a:p>
          <a:endParaRPr lang="en-US"/>
        </a:p>
      </dgm:t>
    </dgm:pt>
    <dgm:pt modelId="{E19E07DE-D536-45E2-AD21-8DE898D67011}" type="sibTrans" cxnId="{73632E9C-F1C9-4A03-9F2D-A82E7A0536D6}">
      <dgm:prSet/>
      <dgm:spPr/>
      <dgm:t>
        <a:bodyPr/>
        <a:lstStyle/>
        <a:p>
          <a:endParaRPr lang="en-US"/>
        </a:p>
      </dgm:t>
    </dgm:pt>
    <dgm:pt modelId="{8A746E16-E190-49D6-A454-3C07C0B45500}">
      <dgm:prSet/>
      <dgm:spPr/>
      <dgm:t>
        <a:bodyPr/>
        <a:lstStyle/>
        <a:p>
          <a:r>
            <a:rPr lang="en-US"/>
            <a:t>- URL and QR Code Analysis: Regular expressions, Google Safe Browsing API.</a:t>
          </a:r>
        </a:p>
      </dgm:t>
    </dgm:pt>
    <dgm:pt modelId="{ACA6C1C2-60A0-4D29-89C4-1ED6C5302845}" type="parTrans" cxnId="{C346C47D-E93A-4826-B93D-EDC7EF0D6620}">
      <dgm:prSet/>
      <dgm:spPr/>
      <dgm:t>
        <a:bodyPr/>
        <a:lstStyle/>
        <a:p>
          <a:endParaRPr lang="en-US"/>
        </a:p>
      </dgm:t>
    </dgm:pt>
    <dgm:pt modelId="{BB7CFBD0-4E2A-4E56-A137-49949E6B938B}" type="sibTrans" cxnId="{C346C47D-E93A-4826-B93D-EDC7EF0D6620}">
      <dgm:prSet/>
      <dgm:spPr/>
      <dgm:t>
        <a:bodyPr/>
        <a:lstStyle/>
        <a:p>
          <a:endParaRPr lang="en-US"/>
        </a:p>
      </dgm:t>
    </dgm:pt>
    <dgm:pt modelId="{D14756EF-AD65-49FE-9D53-73811C6F5250}">
      <dgm:prSet/>
      <dgm:spPr/>
      <dgm:t>
        <a:bodyPr/>
        <a:lstStyle/>
        <a:p>
          <a:r>
            <a:rPr lang="en-US"/>
            <a:t>3. Deployment:</a:t>
          </a:r>
        </a:p>
      </dgm:t>
    </dgm:pt>
    <dgm:pt modelId="{C52B0467-FC8E-4FC4-A9ED-8CA55B4F3EA7}" type="parTrans" cxnId="{2D411379-486A-4924-9FB9-85F6D45B1533}">
      <dgm:prSet/>
      <dgm:spPr/>
      <dgm:t>
        <a:bodyPr/>
        <a:lstStyle/>
        <a:p>
          <a:endParaRPr lang="en-US"/>
        </a:p>
      </dgm:t>
    </dgm:pt>
    <dgm:pt modelId="{3BBF7029-31D6-4686-BBF6-13792507F0F7}" type="sibTrans" cxnId="{2D411379-486A-4924-9FB9-85F6D45B1533}">
      <dgm:prSet/>
      <dgm:spPr/>
      <dgm:t>
        <a:bodyPr/>
        <a:lstStyle/>
        <a:p>
          <a:endParaRPr lang="en-US"/>
        </a:p>
      </dgm:t>
    </dgm:pt>
    <dgm:pt modelId="{9E69FE4D-E38A-4FF7-9F38-D1FF042AD56C}">
      <dgm:prSet/>
      <dgm:spPr/>
      <dgm:t>
        <a:bodyPr/>
        <a:lstStyle/>
        <a:p>
          <a:r>
            <a:rPr lang="en-US"/>
            <a:t>- Platforms: Android and iOS.</a:t>
          </a:r>
        </a:p>
      </dgm:t>
    </dgm:pt>
    <dgm:pt modelId="{081D10C3-04AD-46B6-A380-B121700461D3}" type="parTrans" cxnId="{A7179047-FCA7-41C0-9966-4E2FB48BF4C9}">
      <dgm:prSet/>
      <dgm:spPr/>
      <dgm:t>
        <a:bodyPr/>
        <a:lstStyle/>
        <a:p>
          <a:endParaRPr lang="en-US"/>
        </a:p>
      </dgm:t>
    </dgm:pt>
    <dgm:pt modelId="{EA63E14A-B935-4B2D-8995-B4BB5B7B6F91}" type="sibTrans" cxnId="{A7179047-FCA7-41C0-9966-4E2FB48BF4C9}">
      <dgm:prSet/>
      <dgm:spPr/>
      <dgm:t>
        <a:bodyPr/>
        <a:lstStyle/>
        <a:p>
          <a:endParaRPr lang="en-US"/>
        </a:p>
      </dgm:t>
    </dgm:pt>
    <dgm:pt modelId="{85C21463-06F6-4963-B4FC-DD23451941FB}">
      <dgm:prSet/>
      <dgm:spPr/>
      <dgm:t>
        <a:bodyPr/>
        <a:lstStyle/>
        <a:p>
          <a:r>
            <a:rPr lang="en-US"/>
            <a:t>- Cloud Integration: Safe Browsing API calls.</a:t>
          </a:r>
        </a:p>
      </dgm:t>
    </dgm:pt>
    <dgm:pt modelId="{10CD0047-A01B-4B03-B543-23C5A4CAE0C3}" type="parTrans" cxnId="{E6BD7A0E-A291-4FB5-B887-E39DD22ECE0B}">
      <dgm:prSet/>
      <dgm:spPr/>
      <dgm:t>
        <a:bodyPr/>
        <a:lstStyle/>
        <a:p>
          <a:endParaRPr lang="en-US"/>
        </a:p>
      </dgm:t>
    </dgm:pt>
    <dgm:pt modelId="{2E09351F-9F95-455D-9D39-5E871132402A}" type="sibTrans" cxnId="{E6BD7A0E-A291-4FB5-B887-E39DD22ECE0B}">
      <dgm:prSet/>
      <dgm:spPr/>
      <dgm:t>
        <a:bodyPr/>
        <a:lstStyle/>
        <a:p>
          <a:endParaRPr lang="en-US"/>
        </a:p>
      </dgm:t>
    </dgm:pt>
    <dgm:pt modelId="{4DED66FE-B483-4306-9134-2CC439CC1C63}" type="pres">
      <dgm:prSet presAssocID="{6EFAD449-9F47-4CAF-B963-938BD0104298}" presName="linear" presStyleCnt="0">
        <dgm:presLayoutVars>
          <dgm:animLvl val="lvl"/>
          <dgm:resizeHandles val="exact"/>
        </dgm:presLayoutVars>
      </dgm:prSet>
      <dgm:spPr/>
    </dgm:pt>
    <dgm:pt modelId="{355A757F-5E50-4017-8E6C-9F248C0BD5A0}" type="pres">
      <dgm:prSet presAssocID="{D23A965F-2A7E-4357-9217-3B62D24A286B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DAE14812-3A12-415F-BB79-27FD0ACF7F31}" type="pres">
      <dgm:prSet presAssocID="{9E96B32B-20F6-4FFE-AE8D-CF34A7D3F0E0}" presName="spacer" presStyleCnt="0"/>
      <dgm:spPr/>
    </dgm:pt>
    <dgm:pt modelId="{C3E03F26-77A7-4B55-9F71-55C63572104D}" type="pres">
      <dgm:prSet presAssocID="{C847313B-3AA4-4A25-8314-7BEADDF2D05C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84B2A906-CBA9-4AF7-8B06-FD72EA8E63DF}" type="pres">
      <dgm:prSet presAssocID="{734D3BDF-6BD6-4620-9CA9-F51F27637D57}" presName="spacer" presStyleCnt="0"/>
      <dgm:spPr/>
    </dgm:pt>
    <dgm:pt modelId="{0A8B52B5-B7A3-4768-8F42-16D1FBBDB5EA}" type="pres">
      <dgm:prSet presAssocID="{6B15EB23-941C-46C8-8240-529838AE6B24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E6E32CC0-D4E6-4C3A-B65B-F0D52846BD76}" type="pres">
      <dgm:prSet presAssocID="{2F756F90-9627-486B-B560-7989180EE51D}" presName="spacer" presStyleCnt="0"/>
      <dgm:spPr/>
    </dgm:pt>
    <dgm:pt modelId="{0CC47A2D-3763-4F5E-B744-ED569FF6B523}" type="pres">
      <dgm:prSet presAssocID="{BABA86E0-2771-4B14-A7A8-AD583109C699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00E9EC26-41CA-4A9B-855B-558E77FC0CE1}" type="pres">
      <dgm:prSet presAssocID="{6DED859B-CFEE-4C53-B782-9B19DAF0FFCE}" presName="spacer" presStyleCnt="0"/>
      <dgm:spPr/>
    </dgm:pt>
    <dgm:pt modelId="{68FFA8F4-1EEF-4391-84A2-B6CCDF2396C7}" type="pres">
      <dgm:prSet presAssocID="{1D9F48A0-4898-4698-A6DD-B00C56EBA61D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E698E8C8-D5BD-4748-B17E-13440C9C7A17}" type="pres">
      <dgm:prSet presAssocID="{E19E07DE-D536-45E2-AD21-8DE898D67011}" presName="spacer" presStyleCnt="0"/>
      <dgm:spPr/>
    </dgm:pt>
    <dgm:pt modelId="{5CE1FF2D-CA2B-43A4-8098-D85C0414008E}" type="pres">
      <dgm:prSet presAssocID="{8A746E16-E190-49D6-A454-3C07C0B45500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4F6F9093-0ED8-46D9-94C3-4592B5DFB490}" type="pres">
      <dgm:prSet presAssocID="{BB7CFBD0-4E2A-4E56-A137-49949E6B938B}" presName="spacer" presStyleCnt="0"/>
      <dgm:spPr/>
    </dgm:pt>
    <dgm:pt modelId="{381C60BE-BDE6-4808-B27D-E38471285AF9}" type="pres">
      <dgm:prSet presAssocID="{D14756EF-AD65-49FE-9D53-73811C6F5250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BAE83348-C974-4CAB-AF1B-659EC5B14081}" type="pres">
      <dgm:prSet presAssocID="{3BBF7029-31D6-4686-BBF6-13792507F0F7}" presName="spacer" presStyleCnt="0"/>
      <dgm:spPr/>
    </dgm:pt>
    <dgm:pt modelId="{1ABEF64F-F592-48A0-94F7-07CFCE342FDF}" type="pres">
      <dgm:prSet presAssocID="{9E69FE4D-E38A-4FF7-9F38-D1FF042AD56C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AEB558DD-0F27-40AF-8589-1B92688D9A64}" type="pres">
      <dgm:prSet presAssocID="{EA63E14A-B935-4B2D-8995-B4BB5B7B6F91}" presName="spacer" presStyleCnt="0"/>
      <dgm:spPr/>
    </dgm:pt>
    <dgm:pt modelId="{8F8170B0-8231-49C0-9ECE-395C571C7F57}" type="pres">
      <dgm:prSet presAssocID="{85C21463-06F6-4963-B4FC-DD23451941FB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4ACE0E07-79A2-4AD9-A6AD-2FB65B8D7FE1}" type="presOf" srcId="{9E69FE4D-E38A-4FF7-9F38-D1FF042AD56C}" destId="{1ABEF64F-F592-48A0-94F7-07CFCE342FDF}" srcOrd="0" destOrd="0" presId="urn:microsoft.com/office/officeart/2005/8/layout/vList2"/>
    <dgm:cxn modelId="{E6BD7A0E-A291-4FB5-B887-E39DD22ECE0B}" srcId="{6EFAD449-9F47-4CAF-B963-938BD0104298}" destId="{85C21463-06F6-4963-B4FC-DD23451941FB}" srcOrd="8" destOrd="0" parTransId="{10CD0047-A01B-4B03-B543-23C5A4CAE0C3}" sibTransId="{2E09351F-9F95-455D-9D39-5E871132402A}"/>
    <dgm:cxn modelId="{31DB8D36-14AB-4C2F-B97A-25F81909BEDA}" srcId="{6EFAD449-9F47-4CAF-B963-938BD0104298}" destId="{BABA86E0-2771-4B14-A7A8-AD583109C699}" srcOrd="3" destOrd="0" parTransId="{75F63AC6-EB7F-43E4-857E-B7D9B7D99897}" sibTransId="{6DED859B-CFEE-4C53-B782-9B19DAF0FFCE}"/>
    <dgm:cxn modelId="{41C6AC61-8E37-40EC-B160-8F21D2918C35}" type="presOf" srcId="{6B15EB23-941C-46C8-8240-529838AE6B24}" destId="{0A8B52B5-B7A3-4768-8F42-16D1FBBDB5EA}" srcOrd="0" destOrd="0" presId="urn:microsoft.com/office/officeart/2005/8/layout/vList2"/>
    <dgm:cxn modelId="{A7179047-FCA7-41C0-9966-4E2FB48BF4C9}" srcId="{6EFAD449-9F47-4CAF-B963-938BD0104298}" destId="{9E69FE4D-E38A-4FF7-9F38-D1FF042AD56C}" srcOrd="7" destOrd="0" parTransId="{081D10C3-04AD-46B6-A380-B121700461D3}" sibTransId="{EA63E14A-B935-4B2D-8995-B4BB5B7B6F91}"/>
    <dgm:cxn modelId="{6263A167-E7C2-42B9-8033-F1B042185EBB}" type="presOf" srcId="{6EFAD449-9F47-4CAF-B963-938BD0104298}" destId="{4DED66FE-B483-4306-9134-2CC439CC1C63}" srcOrd="0" destOrd="0" presId="urn:microsoft.com/office/officeart/2005/8/layout/vList2"/>
    <dgm:cxn modelId="{71BD654E-D2D3-497D-9089-1BF397CA3E63}" type="presOf" srcId="{8A746E16-E190-49D6-A454-3C07C0B45500}" destId="{5CE1FF2D-CA2B-43A4-8098-D85C0414008E}" srcOrd="0" destOrd="0" presId="urn:microsoft.com/office/officeart/2005/8/layout/vList2"/>
    <dgm:cxn modelId="{79C7284F-D8EF-45B0-A3B5-DC8DA2DEF11C}" srcId="{6EFAD449-9F47-4CAF-B963-938BD0104298}" destId="{C847313B-3AA4-4A25-8314-7BEADDF2D05C}" srcOrd="1" destOrd="0" parTransId="{53A4AC05-6833-46EF-9081-CE5406E9AD97}" sibTransId="{734D3BDF-6BD6-4620-9CA9-F51F27637D57}"/>
    <dgm:cxn modelId="{4BCCEC55-2E72-411B-9DF6-39F395707DF2}" type="presOf" srcId="{1D9F48A0-4898-4698-A6DD-B00C56EBA61D}" destId="{68FFA8F4-1EEF-4391-84A2-B6CCDF2396C7}" srcOrd="0" destOrd="0" presId="urn:microsoft.com/office/officeart/2005/8/layout/vList2"/>
    <dgm:cxn modelId="{2D411379-486A-4924-9FB9-85F6D45B1533}" srcId="{6EFAD449-9F47-4CAF-B963-938BD0104298}" destId="{D14756EF-AD65-49FE-9D53-73811C6F5250}" srcOrd="6" destOrd="0" parTransId="{C52B0467-FC8E-4FC4-A9ED-8CA55B4F3EA7}" sibTransId="{3BBF7029-31D6-4686-BBF6-13792507F0F7}"/>
    <dgm:cxn modelId="{D0000F5A-7E06-4D3D-8098-824E305DBD58}" type="presOf" srcId="{C847313B-3AA4-4A25-8314-7BEADDF2D05C}" destId="{C3E03F26-77A7-4B55-9F71-55C63572104D}" srcOrd="0" destOrd="0" presId="urn:microsoft.com/office/officeart/2005/8/layout/vList2"/>
    <dgm:cxn modelId="{D4E74F7C-BBAE-47C4-92D6-61F8C76B3D37}" type="presOf" srcId="{BABA86E0-2771-4B14-A7A8-AD583109C699}" destId="{0CC47A2D-3763-4F5E-B744-ED569FF6B523}" srcOrd="0" destOrd="0" presId="urn:microsoft.com/office/officeart/2005/8/layout/vList2"/>
    <dgm:cxn modelId="{C346C47D-E93A-4826-B93D-EDC7EF0D6620}" srcId="{6EFAD449-9F47-4CAF-B963-938BD0104298}" destId="{8A746E16-E190-49D6-A454-3C07C0B45500}" srcOrd="5" destOrd="0" parTransId="{ACA6C1C2-60A0-4D29-89C4-1ED6C5302845}" sibTransId="{BB7CFBD0-4E2A-4E56-A137-49949E6B938B}"/>
    <dgm:cxn modelId="{59460291-19C9-4548-B563-88D0DBBA4754}" srcId="{6EFAD449-9F47-4CAF-B963-938BD0104298}" destId="{D23A965F-2A7E-4357-9217-3B62D24A286B}" srcOrd="0" destOrd="0" parTransId="{927A1E4D-6E93-40E9-AF8B-F7CF24F0059C}" sibTransId="{9E96B32B-20F6-4FFE-AE8D-CF34A7D3F0E0}"/>
    <dgm:cxn modelId="{73632E9C-F1C9-4A03-9F2D-A82E7A0536D6}" srcId="{6EFAD449-9F47-4CAF-B963-938BD0104298}" destId="{1D9F48A0-4898-4698-A6DD-B00C56EBA61D}" srcOrd="4" destOrd="0" parTransId="{A13E5374-F1B9-42D1-96A0-610642902E8E}" sibTransId="{E19E07DE-D536-45E2-AD21-8DE898D67011}"/>
    <dgm:cxn modelId="{3C9250A0-1CB1-429C-9BF5-7081C9EA72DB}" type="presOf" srcId="{85C21463-06F6-4963-B4FC-DD23451941FB}" destId="{8F8170B0-8231-49C0-9ECE-395C571C7F57}" srcOrd="0" destOrd="0" presId="urn:microsoft.com/office/officeart/2005/8/layout/vList2"/>
    <dgm:cxn modelId="{6A1A85A3-1BB5-43AA-A840-90340ACDE6EE}" type="presOf" srcId="{D23A965F-2A7E-4357-9217-3B62D24A286B}" destId="{355A757F-5E50-4017-8E6C-9F248C0BD5A0}" srcOrd="0" destOrd="0" presId="urn:microsoft.com/office/officeart/2005/8/layout/vList2"/>
    <dgm:cxn modelId="{689848B6-58FA-43A8-92AF-5B762B1C0506}" srcId="{6EFAD449-9F47-4CAF-B963-938BD0104298}" destId="{6B15EB23-941C-46C8-8240-529838AE6B24}" srcOrd="2" destOrd="0" parTransId="{21657271-54D3-498F-B409-31A756CEE225}" sibTransId="{2F756F90-9627-486B-B560-7989180EE51D}"/>
    <dgm:cxn modelId="{D46DB9DC-0129-41C3-9676-B7D34376796E}" type="presOf" srcId="{D14756EF-AD65-49FE-9D53-73811C6F5250}" destId="{381C60BE-BDE6-4808-B27D-E38471285AF9}" srcOrd="0" destOrd="0" presId="urn:microsoft.com/office/officeart/2005/8/layout/vList2"/>
    <dgm:cxn modelId="{6A7860C4-C844-4D28-B9D2-F41F566DC39A}" type="presParOf" srcId="{4DED66FE-B483-4306-9134-2CC439CC1C63}" destId="{355A757F-5E50-4017-8E6C-9F248C0BD5A0}" srcOrd="0" destOrd="0" presId="urn:microsoft.com/office/officeart/2005/8/layout/vList2"/>
    <dgm:cxn modelId="{81566CA0-F67C-456D-9E21-95A5DB93CB8B}" type="presParOf" srcId="{4DED66FE-B483-4306-9134-2CC439CC1C63}" destId="{DAE14812-3A12-415F-BB79-27FD0ACF7F31}" srcOrd="1" destOrd="0" presId="urn:microsoft.com/office/officeart/2005/8/layout/vList2"/>
    <dgm:cxn modelId="{0ED598C1-9059-4451-9CF7-AA1F960147DF}" type="presParOf" srcId="{4DED66FE-B483-4306-9134-2CC439CC1C63}" destId="{C3E03F26-77A7-4B55-9F71-55C63572104D}" srcOrd="2" destOrd="0" presId="urn:microsoft.com/office/officeart/2005/8/layout/vList2"/>
    <dgm:cxn modelId="{79B4C9E6-D9EA-40AC-9DFC-DFD073C19D79}" type="presParOf" srcId="{4DED66FE-B483-4306-9134-2CC439CC1C63}" destId="{84B2A906-CBA9-4AF7-8B06-FD72EA8E63DF}" srcOrd="3" destOrd="0" presId="urn:microsoft.com/office/officeart/2005/8/layout/vList2"/>
    <dgm:cxn modelId="{3627F5BF-0732-4E19-998D-1AD2E87CA92E}" type="presParOf" srcId="{4DED66FE-B483-4306-9134-2CC439CC1C63}" destId="{0A8B52B5-B7A3-4768-8F42-16D1FBBDB5EA}" srcOrd="4" destOrd="0" presId="urn:microsoft.com/office/officeart/2005/8/layout/vList2"/>
    <dgm:cxn modelId="{5D07AE49-1B4E-4ED7-A29E-69FD5AB45B56}" type="presParOf" srcId="{4DED66FE-B483-4306-9134-2CC439CC1C63}" destId="{E6E32CC0-D4E6-4C3A-B65B-F0D52846BD76}" srcOrd="5" destOrd="0" presId="urn:microsoft.com/office/officeart/2005/8/layout/vList2"/>
    <dgm:cxn modelId="{221E9795-B4F2-43A8-85DF-7B8A8874BAAD}" type="presParOf" srcId="{4DED66FE-B483-4306-9134-2CC439CC1C63}" destId="{0CC47A2D-3763-4F5E-B744-ED569FF6B523}" srcOrd="6" destOrd="0" presId="urn:microsoft.com/office/officeart/2005/8/layout/vList2"/>
    <dgm:cxn modelId="{AA6F2C4F-A176-4CE2-ACDB-598CB583D538}" type="presParOf" srcId="{4DED66FE-B483-4306-9134-2CC439CC1C63}" destId="{00E9EC26-41CA-4A9B-855B-558E77FC0CE1}" srcOrd="7" destOrd="0" presId="urn:microsoft.com/office/officeart/2005/8/layout/vList2"/>
    <dgm:cxn modelId="{2B9E0564-6301-49DF-96A5-9D3EC42F2DFA}" type="presParOf" srcId="{4DED66FE-B483-4306-9134-2CC439CC1C63}" destId="{68FFA8F4-1EEF-4391-84A2-B6CCDF2396C7}" srcOrd="8" destOrd="0" presId="urn:microsoft.com/office/officeart/2005/8/layout/vList2"/>
    <dgm:cxn modelId="{25A16950-C26E-4E1A-98EC-BE8EDBF65DE6}" type="presParOf" srcId="{4DED66FE-B483-4306-9134-2CC439CC1C63}" destId="{E698E8C8-D5BD-4748-B17E-13440C9C7A17}" srcOrd="9" destOrd="0" presId="urn:microsoft.com/office/officeart/2005/8/layout/vList2"/>
    <dgm:cxn modelId="{5C9DAB55-3753-446F-9922-38F525F58BD8}" type="presParOf" srcId="{4DED66FE-B483-4306-9134-2CC439CC1C63}" destId="{5CE1FF2D-CA2B-43A4-8098-D85C0414008E}" srcOrd="10" destOrd="0" presId="urn:microsoft.com/office/officeart/2005/8/layout/vList2"/>
    <dgm:cxn modelId="{095F9CE8-8F35-4636-B3BA-003063A914D0}" type="presParOf" srcId="{4DED66FE-B483-4306-9134-2CC439CC1C63}" destId="{4F6F9093-0ED8-46D9-94C3-4592B5DFB490}" srcOrd="11" destOrd="0" presId="urn:microsoft.com/office/officeart/2005/8/layout/vList2"/>
    <dgm:cxn modelId="{58790C09-F755-4C10-8232-FC68272D132E}" type="presParOf" srcId="{4DED66FE-B483-4306-9134-2CC439CC1C63}" destId="{381C60BE-BDE6-4808-B27D-E38471285AF9}" srcOrd="12" destOrd="0" presId="urn:microsoft.com/office/officeart/2005/8/layout/vList2"/>
    <dgm:cxn modelId="{54B271F2-CF79-4BE2-A6B6-62BD91AD9FDC}" type="presParOf" srcId="{4DED66FE-B483-4306-9134-2CC439CC1C63}" destId="{BAE83348-C974-4CAB-AF1B-659EC5B14081}" srcOrd="13" destOrd="0" presId="urn:microsoft.com/office/officeart/2005/8/layout/vList2"/>
    <dgm:cxn modelId="{20E1359A-C06F-4635-9A01-CC63945D56D4}" type="presParOf" srcId="{4DED66FE-B483-4306-9134-2CC439CC1C63}" destId="{1ABEF64F-F592-48A0-94F7-07CFCE342FDF}" srcOrd="14" destOrd="0" presId="urn:microsoft.com/office/officeart/2005/8/layout/vList2"/>
    <dgm:cxn modelId="{2A64CEBC-BFB9-4AA2-AA03-A721D037D8C7}" type="presParOf" srcId="{4DED66FE-B483-4306-9134-2CC439CC1C63}" destId="{AEB558DD-0F27-40AF-8589-1B92688D9A64}" srcOrd="15" destOrd="0" presId="urn:microsoft.com/office/officeart/2005/8/layout/vList2"/>
    <dgm:cxn modelId="{4B4AD8EF-7B5E-4A51-9D83-B699A2AFFDD0}" type="presParOf" srcId="{4DED66FE-B483-4306-9134-2CC439CC1C63}" destId="{8F8170B0-8231-49C0-9ECE-395C571C7F57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7931CA-4B8A-4597-8923-FA94A122A8B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B584CE3B-D3FA-4D5A-996A-298BA00F5318}">
      <dgm:prSet/>
      <dgm:spPr/>
      <dgm:t>
        <a:bodyPr/>
        <a:lstStyle/>
        <a:p>
          <a:r>
            <a:rPr lang="en-US"/>
            <a:t>1. Vulnerability Scanner:</a:t>
          </a:r>
        </a:p>
      </dgm:t>
    </dgm:pt>
    <dgm:pt modelId="{BAED760E-8DE2-4862-9B0A-C113568547BF}" type="parTrans" cxnId="{F36A07F8-DC52-4224-9C95-57E17553F6EB}">
      <dgm:prSet/>
      <dgm:spPr/>
      <dgm:t>
        <a:bodyPr/>
        <a:lstStyle/>
        <a:p>
          <a:endParaRPr lang="en-US"/>
        </a:p>
      </dgm:t>
    </dgm:pt>
    <dgm:pt modelId="{CE4B9FC2-4484-4A50-B080-CA995A8DFFC3}" type="sibTrans" cxnId="{F36A07F8-DC52-4224-9C95-57E17553F6EB}">
      <dgm:prSet/>
      <dgm:spPr/>
      <dgm:t>
        <a:bodyPr/>
        <a:lstStyle/>
        <a:p>
          <a:endParaRPr lang="en-US"/>
        </a:p>
      </dgm:t>
    </dgm:pt>
    <dgm:pt modelId="{1139B1C7-6FD2-4DFE-83F3-8C426075178C}">
      <dgm:prSet/>
      <dgm:spPr/>
      <dgm:t>
        <a:bodyPr/>
        <a:lstStyle/>
        <a:p>
          <a:r>
            <a:rPr lang="en-US"/>
            <a:t>- Detects connected devices, scans open ports.</a:t>
          </a:r>
        </a:p>
      </dgm:t>
    </dgm:pt>
    <dgm:pt modelId="{D3A8B744-4B86-4E42-9DA2-D69C9891EF9E}" type="parTrans" cxnId="{F2501258-7BBD-426C-AF71-02EA3AE89DB5}">
      <dgm:prSet/>
      <dgm:spPr/>
      <dgm:t>
        <a:bodyPr/>
        <a:lstStyle/>
        <a:p>
          <a:endParaRPr lang="en-US"/>
        </a:p>
      </dgm:t>
    </dgm:pt>
    <dgm:pt modelId="{FA194877-B65B-4671-8BE8-76B26CBE7696}" type="sibTrans" cxnId="{F2501258-7BBD-426C-AF71-02EA3AE89DB5}">
      <dgm:prSet/>
      <dgm:spPr/>
      <dgm:t>
        <a:bodyPr/>
        <a:lstStyle/>
        <a:p>
          <a:endParaRPr lang="en-US"/>
        </a:p>
      </dgm:t>
    </dgm:pt>
    <dgm:pt modelId="{BFE942BB-26B1-48E1-8BD4-D0F1153E23AE}">
      <dgm:prSet/>
      <dgm:spPr/>
      <dgm:t>
        <a:bodyPr/>
        <a:lstStyle/>
        <a:p>
          <a:r>
            <a:rPr lang="en-US"/>
            <a:t>- Displays results in real-time.</a:t>
          </a:r>
        </a:p>
      </dgm:t>
    </dgm:pt>
    <dgm:pt modelId="{8F860C19-1FE0-496C-AB12-821E0B46A423}" type="parTrans" cxnId="{AF9074D7-2F3E-43B7-A599-9D4442AF6096}">
      <dgm:prSet/>
      <dgm:spPr/>
      <dgm:t>
        <a:bodyPr/>
        <a:lstStyle/>
        <a:p>
          <a:endParaRPr lang="en-US"/>
        </a:p>
      </dgm:t>
    </dgm:pt>
    <dgm:pt modelId="{21473B2B-A2D1-4FB4-A796-F486BA86FA67}" type="sibTrans" cxnId="{AF9074D7-2F3E-43B7-A599-9D4442AF6096}">
      <dgm:prSet/>
      <dgm:spPr/>
      <dgm:t>
        <a:bodyPr/>
        <a:lstStyle/>
        <a:p>
          <a:endParaRPr lang="en-US"/>
        </a:p>
      </dgm:t>
    </dgm:pt>
    <dgm:pt modelId="{E9285E67-1160-4ABD-A3FD-5E8213AFCB48}">
      <dgm:prSet/>
      <dgm:spPr/>
      <dgm:t>
        <a:bodyPr/>
        <a:lstStyle/>
        <a:p>
          <a:r>
            <a:rPr lang="en-US"/>
            <a:t>2. Malicious URL and Pattern Detection:</a:t>
          </a:r>
        </a:p>
      </dgm:t>
    </dgm:pt>
    <dgm:pt modelId="{000D67AD-B55C-4A99-A7F4-9CA415683EF1}" type="parTrans" cxnId="{F3F2591F-2791-4850-B118-ED73A6AE49AE}">
      <dgm:prSet/>
      <dgm:spPr/>
      <dgm:t>
        <a:bodyPr/>
        <a:lstStyle/>
        <a:p>
          <a:endParaRPr lang="en-US"/>
        </a:p>
      </dgm:t>
    </dgm:pt>
    <dgm:pt modelId="{E06FDC89-1B47-480F-B037-6F0D2915129C}" type="sibTrans" cxnId="{F3F2591F-2791-4850-B118-ED73A6AE49AE}">
      <dgm:prSet/>
      <dgm:spPr/>
      <dgm:t>
        <a:bodyPr/>
        <a:lstStyle/>
        <a:p>
          <a:endParaRPr lang="en-US"/>
        </a:p>
      </dgm:t>
    </dgm:pt>
    <dgm:pt modelId="{0E79DA33-E0AC-4280-98FF-F3E57C836E34}">
      <dgm:prSet/>
      <dgm:spPr/>
      <dgm:t>
        <a:bodyPr/>
        <a:lstStyle/>
        <a:p>
          <a:r>
            <a:rPr lang="en-US"/>
            <a:t>- Analyzes QR codes for unsafe patterns, validates URLs.</a:t>
          </a:r>
        </a:p>
      </dgm:t>
    </dgm:pt>
    <dgm:pt modelId="{8C9955C1-82D7-44F1-9780-F8A547747C07}" type="parTrans" cxnId="{346A7E9F-0E35-450E-A03C-75604245DD26}">
      <dgm:prSet/>
      <dgm:spPr/>
      <dgm:t>
        <a:bodyPr/>
        <a:lstStyle/>
        <a:p>
          <a:endParaRPr lang="en-US"/>
        </a:p>
      </dgm:t>
    </dgm:pt>
    <dgm:pt modelId="{C57ECE64-8E1C-43FD-9EC7-483BB48BFCCC}" type="sibTrans" cxnId="{346A7E9F-0E35-450E-A03C-75604245DD26}">
      <dgm:prSet/>
      <dgm:spPr/>
      <dgm:t>
        <a:bodyPr/>
        <a:lstStyle/>
        <a:p>
          <a:endParaRPr lang="en-US"/>
        </a:p>
      </dgm:t>
    </dgm:pt>
    <dgm:pt modelId="{60549B18-2E22-4A52-B3B2-9B561C3C78A6}">
      <dgm:prSet/>
      <dgm:spPr/>
      <dgm:t>
        <a:bodyPr/>
        <a:lstStyle/>
        <a:p>
          <a:r>
            <a:rPr lang="en-US"/>
            <a:t>3. Password Strength Analyzer:</a:t>
          </a:r>
        </a:p>
      </dgm:t>
    </dgm:pt>
    <dgm:pt modelId="{08609E09-E157-4D0E-B999-50F3993ABD34}" type="parTrans" cxnId="{A7FF1F5B-1644-4376-849A-B7513202A0E8}">
      <dgm:prSet/>
      <dgm:spPr/>
      <dgm:t>
        <a:bodyPr/>
        <a:lstStyle/>
        <a:p>
          <a:endParaRPr lang="en-US"/>
        </a:p>
      </dgm:t>
    </dgm:pt>
    <dgm:pt modelId="{075E2A32-2147-4843-B4B9-339BC6F6F672}" type="sibTrans" cxnId="{A7FF1F5B-1644-4376-849A-B7513202A0E8}">
      <dgm:prSet/>
      <dgm:spPr/>
      <dgm:t>
        <a:bodyPr/>
        <a:lstStyle/>
        <a:p>
          <a:endParaRPr lang="en-US"/>
        </a:p>
      </dgm:t>
    </dgm:pt>
    <dgm:pt modelId="{28188ADE-47E3-47E5-A92F-C5913A21446D}">
      <dgm:prSet/>
      <dgm:spPr/>
      <dgm:t>
        <a:bodyPr/>
        <a:lstStyle/>
        <a:p>
          <a:r>
            <a:rPr lang="en-US"/>
            <a:t>- Evaluates password strength and provides actionable suggestions.</a:t>
          </a:r>
        </a:p>
      </dgm:t>
    </dgm:pt>
    <dgm:pt modelId="{E187D45E-59B1-408A-8BFD-417F84C5C6C8}" type="parTrans" cxnId="{68C01652-1F50-40A2-A185-1107C366CCDD}">
      <dgm:prSet/>
      <dgm:spPr/>
      <dgm:t>
        <a:bodyPr/>
        <a:lstStyle/>
        <a:p>
          <a:endParaRPr lang="en-US"/>
        </a:p>
      </dgm:t>
    </dgm:pt>
    <dgm:pt modelId="{13CC35AC-972D-497D-A854-0064C8533ACA}" type="sibTrans" cxnId="{68C01652-1F50-40A2-A185-1107C366CCDD}">
      <dgm:prSet/>
      <dgm:spPr/>
      <dgm:t>
        <a:bodyPr/>
        <a:lstStyle/>
        <a:p>
          <a:endParaRPr lang="en-US"/>
        </a:p>
      </dgm:t>
    </dgm:pt>
    <dgm:pt modelId="{5E773D4C-AA51-4D46-9D5B-59C39BD0D57F}" type="pres">
      <dgm:prSet presAssocID="{A77931CA-4B8A-4597-8923-FA94A122A8B4}" presName="root" presStyleCnt="0">
        <dgm:presLayoutVars>
          <dgm:dir/>
          <dgm:resizeHandles val="exact"/>
        </dgm:presLayoutVars>
      </dgm:prSet>
      <dgm:spPr/>
    </dgm:pt>
    <dgm:pt modelId="{2094BB0A-1BD5-45B5-AAE7-B71F0A15E44F}" type="pres">
      <dgm:prSet presAssocID="{A77931CA-4B8A-4597-8923-FA94A122A8B4}" presName="container" presStyleCnt="0">
        <dgm:presLayoutVars>
          <dgm:dir/>
          <dgm:resizeHandles val="exact"/>
        </dgm:presLayoutVars>
      </dgm:prSet>
      <dgm:spPr/>
    </dgm:pt>
    <dgm:pt modelId="{D83456E0-EE57-4C5F-9F0E-F88BB8AE0E9B}" type="pres">
      <dgm:prSet presAssocID="{B584CE3B-D3FA-4D5A-996A-298BA00F5318}" presName="compNode" presStyleCnt="0"/>
      <dgm:spPr/>
    </dgm:pt>
    <dgm:pt modelId="{BFF3FBA2-0231-4A90-BDB7-2679491AC96F}" type="pres">
      <dgm:prSet presAssocID="{B584CE3B-D3FA-4D5A-996A-298BA00F5318}" presName="iconBgRect" presStyleLbl="bgShp" presStyleIdx="0" presStyleCnt="7"/>
      <dgm:spPr/>
    </dgm:pt>
    <dgm:pt modelId="{74843C7D-77A5-4A45-B52A-F50541B705F8}" type="pres">
      <dgm:prSet presAssocID="{B584CE3B-D3FA-4D5A-996A-298BA00F5318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C1C71412-C0C4-462A-9718-EB4AC443483D}" type="pres">
      <dgm:prSet presAssocID="{B584CE3B-D3FA-4D5A-996A-298BA00F5318}" presName="spaceRect" presStyleCnt="0"/>
      <dgm:spPr/>
    </dgm:pt>
    <dgm:pt modelId="{6D4A9A70-502D-4ED1-8AFE-F6CFB8D04369}" type="pres">
      <dgm:prSet presAssocID="{B584CE3B-D3FA-4D5A-996A-298BA00F5318}" presName="textRect" presStyleLbl="revTx" presStyleIdx="0" presStyleCnt="7">
        <dgm:presLayoutVars>
          <dgm:chMax val="1"/>
          <dgm:chPref val="1"/>
        </dgm:presLayoutVars>
      </dgm:prSet>
      <dgm:spPr/>
    </dgm:pt>
    <dgm:pt modelId="{0F6200B5-B252-4F6A-8C10-7EC384B5C2AE}" type="pres">
      <dgm:prSet presAssocID="{CE4B9FC2-4484-4A50-B080-CA995A8DFFC3}" presName="sibTrans" presStyleLbl="sibTrans2D1" presStyleIdx="0" presStyleCnt="0"/>
      <dgm:spPr/>
    </dgm:pt>
    <dgm:pt modelId="{9AB45CC6-5B2B-4ED6-8098-39A80D3D09D8}" type="pres">
      <dgm:prSet presAssocID="{1139B1C7-6FD2-4DFE-83F3-8C426075178C}" presName="compNode" presStyleCnt="0"/>
      <dgm:spPr/>
    </dgm:pt>
    <dgm:pt modelId="{3D7BD8F9-F251-4151-B309-7FCD0427F36B}" type="pres">
      <dgm:prSet presAssocID="{1139B1C7-6FD2-4DFE-83F3-8C426075178C}" presName="iconBgRect" presStyleLbl="bgShp" presStyleIdx="1" presStyleCnt="7"/>
      <dgm:spPr/>
    </dgm:pt>
    <dgm:pt modelId="{ADA09966-D69C-4DEA-A119-25D58A455068}" type="pres">
      <dgm:prSet presAssocID="{1139B1C7-6FD2-4DFE-83F3-8C426075178C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EBC25312-7C18-46F1-80E1-3C691F970DF1}" type="pres">
      <dgm:prSet presAssocID="{1139B1C7-6FD2-4DFE-83F3-8C426075178C}" presName="spaceRect" presStyleCnt="0"/>
      <dgm:spPr/>
    </dgm:pt>
    <dgm:pt modelId="{C416C521-C918-4FFD-A814-26DC355A9D20}" type="pres">
      <dgm:prSet presAssocID="{1139B1C7-6FD2-4DFE-83F3-8C426075178C}" presName="textRect" presStyleLbl="revTx" presStyleIdx="1" presStyleCnt="7">
        <dgm:presLayoutVars>
          <dgm:chMax val="1"/>
          <dgm:chPref val="1"/>
        </dgm:presLayoutVars>
      </dgm:prSet>
      <dgm:spPr/>
    </dgm:pt>
    <dgm:pt modelId="{BC3C60D6-0BC0-4540-B037-7556C70C72CD}" type="pres">
      <dgm:prSet presAssocID="{FA194877-B65B-4671-8BE8-76B26CBE7696}" presName="sibTrans" presStyleLbl="sibTrans2D1" presStyleIdx="0" presStyleCnt="0"/>
      <dgm:spPr/>
    </dgm:pt>
    <dgm:pt modelId="{924F0B0F-211B-47B6-9BA6-4E549124FAD2}" type="pres">
      <dgm:prSet presAssocID="{BFE942BB-26B1-48E1-8BD4-D0F1153E23AE}" presName="compNode" presStyleCnt="0"/>
      <dgm:spPr/>
    </dgm:pt>
    <dgm:pt modelId="{5440A3A4-90BD-49FC-85DD-E259BCF46D75}" type="pres">
      <dgm:prSet presAssocID="{BFE942BB-26B1-48E1-8BD4-D0F1153E23AE}" presName="iconBgRect" presStyleLbl="bgShp" presStyleIdx="2" presStyleCnt="7"/>
      <dgm:spPr/>
    </dgm:pt>
    <dgm:pt modelId="{1A87B37F-8CDF-4793-93C4-DF6D2C52079A}" type="pres">
      <dgm:prSet presAssocID="{BFE942BB-26B1-48E1-8BD4-D0F1153E23AE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BDB6E4E4-DE0A-47F2-B3E4-8377DBE71EFE}" type="pres">
      <dgm:prSet presAssocID="{BFE942BB-26B1-48E1-8BD4-D0F1153E23AE}" presName="spaceRect" presStyleCnt="0"/>
      <dgm:spPr/>
    </dgm:pt>
    <dgm:pt modelId="{62FC6D04-72D9-4020-8965-1AE55994A4B3}" type="pres">
      <dgm:prSet presAssocID="{BFE942BB-26B1-48E1-8BD4-D0F1153E23AE}" presName="textRect" presStyleLbl="revTx" presStyleIdx="2" presStyleCnt="7">
        <dgm:presLayoutVars>
          <dgm:chMax val="1"/>
          <dgm:chPref val="1"/>
        </dgm:presLayoutVars>
      </dgm:prSet>
      <dgm:spPr/>
    </dgm:pt>
    <dgm:pt modelId="{AEBFAEF8-1FBB-490E-B5AF-2FA93F846640}" type="pres">
      <dgm:prSet presAssocID="{21473B2B-A2D1-4FB4-A796-F486BA86FA67}" presName="sibTrans" presStyleLbl="sibTrans2D1" presStyleIdx="0" presStyleCnt="0"/>
      <dgm:spPr/>
    </dgm:pt>
    <dgm:pt modelId="{90BA4019-8BAD-430D-9296-2BB14C8A35C8}" type="pres">
      <dgm:prSet presAssocID="{E9285E67-1160-4ABD-A3FD-5E8213AFCB48}" presName="compNode" presStyleCnt="0"/>
      <dgm:spPr/>
    </dgm:pt>
    <dgm:pt modelId="{DC06B3EB-C10D-4C5A-B624-C7A2B98219D0}" type="pres">
      <dgm:prSet presAssocID="{E9285E67-1160-4ABD-A3FD-5E8213AFCB48}" presName="iconBgRect" presStyleLbl="bgShp" presStyleIdx="3" presStyleCnt="7"/>
      <dgm:spPr/>
    </dgm:pt>
    <dgm:pt modelId="{70ECECA2-C7B5-4793-BDC3-F2A2185183D0}" type="pres">
      <dgm:prSet presAssocID="{E9285E67-1160-4ABD-A3FD-5E8213AFCB4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bweb"/>
        </a:ext>
      </dgm:extLst>
    </dgm:pt>
    <dgm:pt modelId="{9AC3B065-CA76-4114-9C47-FF3C16562383}" type="pres">
      <dgm:prSet presAssocID="{E9285E67-1160-4ABD-A3FD-5E8213AFCB48}" presName="spaceRect" presStyleCnt="0"/>
      <dgm:spPr/>
    </dgm:pt>
    <dgm:pt modelId="{1921A967-502E-4C4A-A9CA-1B9C8AA0A2C1}" type="pres">
      <dgm:prSet presAssocID="{E9285E67-1160-4ABD-A3FD-5E8213AFCB48}" presName="textRect" presStyleLbl="revTx" presStyleIdx="3" presStyleCnt="7">
        <dgm:presLayoutVars>
          <dgm:chMax val="1"/>
          <dgm:chPref val="1"/>
        </dgm:presLayoutVars>
      </dgm:prSet>
      <dgm:spPr/>
    </dgm:pt>
    <dgm:pt modelId="{E6D10158-D433-40AE-B542-27EE313BCBEE}" type="pres">
      <dgm:prSet presAssocID="{E06FDC89-1B47-480F-B037-6F0D2915129C}" presName="sibTrans" presStyleLbl="sibTrans2D1" presStyleIdx="0" presStyleCnt="0"/>
      <dgm:spPr/>
    </dgm:pt>
    <dgm:pt modelId="{13DB1519-7B98-4C25-8B8F-38ED989EDA41}" type="pres">
      <dgm:prSet presAssocID="{0E79DA33-E0AC-4280-98FF-F3E57C836E34}" presName="compNode" presStyleCnt="0"/>
      <dgm:spPr/>
    </dgm:pt>
    <dgm:pt modelId="{F0E19D82-5C85-459A-A1A4-BBF9855A1BA0}" type="pres">
      <dgm:prSet presAssocID="{0E79DA33-E0AC-4280-98FF-F3E57C836E34}" presName="iconBgRect" presStyleLbl="bgShp" presStyleIdx="4" presStyleCnt="7"/>
      <dgm:spPr/>
    </dgm:pt>
    <dgm:pt modelId="{09A18D80-B6C6-4F46-BA95-306AD70EB1C2}" type="pres">
      <dgm:prSet presAssocID="{0E79DA33-E0AC-4280-98FF-F3E57C836E34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3B2F1717-6A10-4F1F-84BE-84192AD1DDF4}" type="pres">
      <dgm:prSet presAssocID="{0E79DA33-E0AC-4280-98FF-F3E57C836E34}" presName="spaceRect" presStyleCnt="0"/>
      <dgm:spPr/>
    </dgm:pt>
    <dgm:pt modelId="{97E54DB9-0461-43C6-A0E1-89B4D2E4BA42}" type="pres">
      <dgm:prSet presAssocID="{0E79DA33-E0AC-4280-98FF-F3E57C836E34}" presName="textRect" presStyleLbl="revTx" presStyleIdx="4" presStyleCnt="7">
        <dgm:presLayoutVars>
          <dgm:chMax val="1"/>
          <dgm:chPref val="1"/>
        </dgm:presLayoutVars>
      </dgm:prSet>
      <dgm:spPr/>
    </dgm:pt>
    <dgm:pt modelId="{D04D00E3-F919-4CBD-8CF6-34F7C61934A5}" type="pres">
      <dgm:prSet presAssocID="{C57ECE64-8E1C-43FD-9EC7-483BB48BFCCC}" presName="sibTrans" presStyleLbl="sibTrans2D1" presStyleIdx="0" presStyleCnt="0"/>
      <dgm:spPr/>
    </dgm:pt>
    <dgm:pt modelId="{A8D45994-F435-4ACB-B9A1-04A9AEE4D523}" type="pres">
      <dgm:prSet presAssocID="{60549B18-2E22-4A52-B3B2-9B561C3C78A6}" presName="compNode" presStyleCnt="0"/>
      <dgm:spPr/>
    </dgm:pt>
    <dgm:pt modelId="{4CB2BC94-0356-4387-AFC5-B725F8256A2E}" type="pres">
      <dgm:prSet presAssocID="{60549B18-2E22-4A52-B3B2-9B561C3C78A6}" presName="iconBgRect" presStyleLbl="bgShp" presStyleIdx="5" presStyleCnt="7"/>
      <dgm:spPr/>
    </dgm:pt>
    <dgm:pt modelId="{618260FB-16D8-41C8-AB3D-A3B2D29CDF75}" type="pres">
      <dgm:prSet presAssocID="{60549B18-2E22-4A52-B3B2-9B561C3C78A6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369409E-AC98-4F0D-AE37-2BC7656DCFC1}" type="pres">
      <dgm:prSet presAssocID="{60549B18-2E22-4A52-B3B2-9B561C3C78A6}" presName="spaceRect" presStyleCnt="0"/>
      <dgm:spPr/>
    </dgm:pt>
    <dgm:pt modelId="{F07C5872-3095-4A14-94D2-490C4FF45D14}" type="pres">
      <dgm:prSet presAssocID="{60549B18-2E22-4A52-B3B2-9B561C3C78A6}" presName="textRect" presStyleLbl="revTx" presStyleIdx="5" presStyleCnt="7">
        <dgm:presLayoutVars>
          <dgm:chMax val="1"/>
          <dgm:chPref val="1"/>
        </dgm:presLayoutVars>
      </dgm:prSet>
      <dgm:spPr/>
    </dgm:pt>
    <dgm:pt modelId="{C066DAC8-0805-44D6-B960-2C206B910274}" type="pres">
      <dgm:prSet presAssocID="{075E2A32-2147-4843-B4B9-339BC6F6F672}" presName="sibTrans" presStyleLbl="sibTrans2D1" presStyleIdx="0" presStyleCnt="0"/>
      <dgm:spPr/>
    </dgm:pt>
    <dgm:pt modelId="{4FB98AB2-6C93-4E97-BE1E-B409CCDD516B}" type="pres">
      <dgm:prSet presAssocID="{28188ADE-47E3-47E5-A92F-C5913A21446D}" presName="compNode" presStyleCnt="0"/>
      <dgm:spPr/>
    </dgm:pt>
    <dgm:pt modelId="{2475B001-CDDE-4759-9304-9E25871D16A8}" type="pres">
      <dgm:prSet presAssocID="{28188ADE-47E3-47E5-A92F-C5913A21446D}" presName="iconBgRect" presStyleLbl="bgShp" presStyleIdx="6" presStyleCnt="7"/>
      <dgm:spPr/>
    </dgm:pt>
    <dgm:pt modelId="{4F2565CD-741F-467C-86A9-66C22A7F69D0}" type="pres">
      <dgm:prSet presAssocID="{28188ADE-47E3-47E5-A92F-C5913A21446D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6389F0FA-E0AC-4864-A28C-C196CD8DDDCE}" type="pres">
      <dgm:prSet presAssocID="{28188ADE-47E3-47E5-A92F-C5913A21446D}" presName="spaceRect" presStyleCnt="0"/>
      <dgm:spPr/>
    </dgm:pt>
    <dgm:pt modelId="{9009276C-7BF4-4666-A602-E81CF48B67E1}" type="pres">
      <dgm:prSet presAssocID="{28188ADE-47E3-47E5-A92F-C5913A21446D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F927BD14-9349-41CA-B42E-363D0EE95DFB}" type="presOf" srcId="{1139B1C7-6FD2-4DFE-83F3-8C426075178C}" destId="{C416C521-C918-4FFD-A814-26DC355A9D20}" srcOrd="0" destOrd="0" presId="urn:microsoft.com/office/officeart/2018/2/layout/IconCircleList"/>
    <dgm:cxn modelId="{F3F2591F-2791-4850-B118-ED73A6AE49AE}" srcId="{A77931CA-4B8A-4597-8923-FA94A122A8B4}" destId="{E9285E67-1160-4ABD-A3FD-5E8213AFCB48}" srcOrd="3" destOrd="0" parTransId="{000D67AD-B55C-4A99-A7F4-9CA415683EF1}" sibTransId="{E06FDC89-1B47-480F-B037-6F0D2915129C}"/>
    <dgm:cxn modelId="{E7604138-FD04-41C8-ADF3-216A27F55B8C}" type="presOf" srcId="{FA194877-B65B-4671-8BE8-76B26CBE7696}" destId="{BC3C60D6-0BC0-4540-B037-7556C70C72CD}" srcOrd="0" destOrd="0" presId="urn:microsoft.com/office/officeart/2018/2/layout/IconCircleList"/>
    <dgm:cxn modelId="{A7FF1F5B-1644-4376-849A-B7513202A0E8}" srcId="{A77931CA-4B8A-4597-8923-FA94A122A8B4}" destId="{60549B18-2E22-4A52-B3B2-9B561C3C78A6}" srcOrd="5" destOrd="0" parTransId="{08609E09-E157-4D0E-B999-50F3993ABD34}" sibTransId="{075E2A32-2147-4843-B4B9-339BC6F6F672}"/>
    <dgm:cxn modelId="{77593667-FD19-454B-9FFE-71BF4D58D18A}" type="presOf" srcId="{21473B2B-A2D1-4FB4-A796-F486BA86FA67}" destId="{AEBFAEF8-1FBB-490E-B5AF-2FA93F846640}" srcOrd="0" destOrd="0" presId="urn:microsoft.com/office/officeart/2018/2/layout/IconCircleList"/>
    <dgm:cxn modelId="{68C01652-1F50-40A2-A185-1107C366CCDD}" srcId="{A77931CA-4B8A-4597-8923-FA94A122A8B4}" destId="{28188ADE-47E3-47E5-A92F-C5913A21446D}" srcOrd="6" destOrd="0" parTransId="{E187D45E-59B1-408A-8BFD-417F84C5C6C8}" sibTransId="{13CC35AC-972D-497D-A854-0064C8533ACA}"/>
    <dgm:cxn modelId="{A2256977-36C1-4418-9830-C255FE4D5D3B}" type="presOf" srcId="{BFE942BB-26B1-48E1-8BD4-D0F1153E23AE}" destId="{62FC6D04-72D9-4020-8965-1AE55994A4B3}" srcOrd="0" destOrd="0" presId="urn:microsoft.com/office/officeart/2018/2/layout/IconCircleList"/>
    <dgm:cxn modelId="{F2501258-7BBD-426C-AF71-02EA3AE89DB5}" srcId="{A77931CA-4B8A-4597-8923-FA94A122A8B4}" destId="{1139B1C7-6FD2-4DFE-83F3-8C426075178C}" srcOrd="1" destOrd="0" parTransId="{D3A8B744-4B86-4E42-9DA2-D69C9891EF9E}" sibTransId="{FA194877-B65B-4671-8BE8-76B26CBE7696}"/>
    <dgm:cxn modelId="{4F992B87-59D2-4D54-9C01-B3C5B02749F8}" type="presOf" srcId="{C57ECE64-8E1C-43FD-9EC7-483BB48BFCCC}" destId="{D04D00E3-F919-4CBD-8CF6-34F7C61934A5}" srcOrd="0" destOrd="0" presId="urn:microsoft.com/office/officeart/2018/2/layout/IconCircleList"/>
    <dgm:cxn modelId="{7C4BF687-9610-46C6-BB9D-7F2CA438AC95}" type="presOf" srcId="{E9285E67-1160-4ABD-A3FD-5E8213AFCB48}" destId="{1921A967-502E-4C4A-A9CA-1B9C8AA0A2C1}" srcOrd="0" destOrd="0" presId="urn:microsoft.com/office/officeart/2018/2/layout/IconCircleList"/>
    <dgm:cxn modelId="{C8D2BC93-7321-4DAC-821E-16872B6DBC1B}" type="presOf" srcId="{CE4B9FC2-4484-4A50-B080-CA995A8DFFC3}" destId="{0F6200B5-B252-4F6A-8C10-7EC384B5C2AE}" srcOrd="0" destOrd="0" presId="urn:microsoft.com/office/officeart/2018/2/layout/IconCircleList"/>
    <dgm:cxn modelId="{2F791C94-FE52-41DC-9401-47E988B79830}" type="presOf" srcId="{A77931CA-4B8A-4597-8923-FA94A122A8B4}" destId="{5E773D4C-AA51-4D46-9D5B-59C39BD0D57F}" srcOrd="0" destOrd="0" presId="urn:microsoft.com/office/officeart/2018/2/layout/IconCircleList"/>
    <dgm:cxn modelId="{B0DDB094-08A4-4E7E-87A2-C38E1805DE74}" type="presOf" srcId="{0E79DA33-E0AC-4280-98FF-F3E57C836E34}" destId="{97E54DB9-0461-43C6-A0E1-89B4D2E4BA42}" srcOrd="0" destOrd="0" presId="urn:microsoft.com/office/officeart/2018/2/layout/IconCircleList"/>
    <dgm:cxn modelId="{346A7E9F-0E35-450E-A03C-75604245DD26}" srcId="{A77931CA-4B8A-4597-8923-FA94A122A8B4}" destId="{0E79DA33-E0AC-4280-98FF-F3E57C836E34}" srcOrd="4" destOrd="0" parTransId="{8C9955C1-82D7-44F1-9780-F8A547747C07}" sibTransId="{C57ECE64-8E1C-43FD-9EC7-483BB48BFCCC}"/>
    <dgm:cxn modelId="{2AB9B4A2-D60A-4E17-8849-2DC4348ECBC9}" type="presOf" srcId="{28188ADE-47E3-47E5-A92F-C5913A21446D}" destId="{9009276C-7BF4-4666-A602-E81CF48B67E1}" srcOrd="0" destOrd="0" presId="urn:microsoft.com/office/officeart/2018/2/layout/IconCircleList"/>
    <dgm:cxn modelId="{E4A1ADBE-9133-4BB5-8F6B-8FD8EA2D5320}" type="presOf" srcId="{B584CE3B-D3FA-4D5A-996A-298BA00F5318}" destId="{6D4A9A70-502D-4ED1-8AFE-F6CFB8D04369}" srcOrd="0" destOrd="0" presId="urn:microsoft.com/office/officeart/2018/2/layout/IconCircleList"/>
    <dgm:cxn modelId="{F477A7D0-209B-4600-8C78-B77AB2A68974}" type="presOf" srcId="{E06FDC89-1B47-480F-B037-6F0D2915129C}" destId="{E6D10158-D433-40AE-B542-27EE313BCBEE}" srcOrd="0" destOrd="0" presId="urn:microsoft.com/office/officeart/2018/2/layout/IconCircleList"/>
    <dgm:cxn modelId="{AF9074D7-2F3E-43B7-A599-9D4442AF6096}" srcId="{A77931CA-4B8A-4597-8923-FA94A122A8B4}" destId="{BFE942BB-26B1-48E1-8BD4-D0F1153E23AE}" srcOrd="2" destOrd="0" parTransId="{8F860C19-1FE0-496C-AB12-821E0B46A423}" sibTransId="{21473B2B-A2D1-4FB4-A796-F486BA86FA67}"/>
    <dgm:cxn modelId="{DFF1CEF3-8924-44CB-99B4-97D396B567D5}" type="presOf" srcId="{075E2A32-2147-4843-B4B9-339BC6F6F672}" destId="{C066DAC8-0805-44D6-B960-2C206B910274}" srcOrd="0" destOrd="0" presId="urn:microsoft.com/office/officeart/2018/2/layout/IconCircleList"/>
    <dgm:cxn modelId="{F36A07F8-DC52-4224-9C95-57E17553F6EB}" srcId="{A77931CA-4B8A-4597-8923-FA94A122A8B4}" destId="{B584CE3B-D3FA-4D5A-996A-298BA00F5318}" srcOrd="0" destOrd="0" parTransId="{BAED760E-8DE2-4862-9B0A-C113568547BF}" sibTransId="{CE4B9FC2-4484-4A50-B080-CA995A8DFFC3}"/>
    <dgm:cxn modelId="{A995D1F8-4B1B-4ACE-82E6-9FD74A6950E9}" type="presOf" srcId="{60549B18-2E22-4A52-B3B2-9B561C3C78A6}" destId="{F07C5872-3095-4A14-94D2-490C4FF45D14}" srcOrd="0" destOrd="0" presId="urn:microsoft.com/office/officeart/2018/2/layout/IconCircleList"/>
    <dgm:cxn modelId="{E011BE70-DF82-43B1-9DE1-4CA288321F02}" type="presParOf" srcId="{5E773D4C-AA51-4D46-9D5B-59C39BD0D57F}" destId="{2094BB0A-1BD5-45B5-AAE7-B71F0A15E44F}" srcOrd="0" destOrd="0" presId="urn:microsoft.com/office/officeart/2018/2/layout/IconCircleList"/>
    <dgm:cxn modelId="{D8F81D3C-FF97-4496-BB54-3D701D3EC948}" type="presParOf" srcId="{2094BB0A-1BD5-45B5-AAE7-B71F0A15E44F}" destId="{D83456E0-EE57-4C5F-9F0E-F88BB8AE0E9B}" srcOrd="0" destOrd="0" presId="urn:microsoft.com/office/officeart/2018/2/layout/IconCircleList"/>
    <dgm:cxn modelId="{E6FC8F37-2FDC-4B89-B060-75313DC14BC4}" type="presParOf" srcId="{D83456E0-EE57-4C5F-9F0E-F88BB8AE0E9B}" destId="{BFF3FBA2-0231-4A90-BDB7-2679491AC96F}" srcOrd="0" destOrd="0" presId="urn:microsoft.com/office/officeart/2018/2/layout/IconCircleList"/>
    <dgm:cxn modelId="{5E18CFD9-05C1-4062-9C5B-73ADA837AC3B}" type="presParOf" srcId="{D83456E0-EE57-4C5F-9F0E-F88BB8AE0E9B}" destId="{74843C7D-77A5-4A45-B52A-F50541B705F8}" srcOrd="1" destOrd="0" presId="urn:microsoft.com/office/officeart/2018/2/layout/IconCircleList"/>
    <dgm:cxn modelId="{34D693EB-BBD4-433A-ACF6-626323136BC2}" type="presParOf" srcId="{D83456E0-EE57-4C5F-9F0E-F88BB8AE0E9B}" destId="{C1C71412-C0C4-462A-9718-EB4AC443483D}" srcOrd="2" destOrd="0" presId="urn:microsoft.com/office/officeart/2018/2/layout/IconCircleList"/>
    <dgm:cxn modelId="{FB36C7C3-C4E0-4354-97A6-C54F63EA8076}" type="presParOf" srcId="{D83456E0-EE57-4C5F-9F0E-F88BB8AE0E9B}" destId="{6D4A9A70-502D-4ED1-8AFE-F6CFB8D04369}" srcOrd="3" destOrd="0" presId="urn:microsoft.com/office/officeart/2018/2/layout/IconCircleList"/>
    <dgm:cxn modelId="{95F48766-D412-4021-B9F4-F374C0B49A48}" type="presParOf" srcId="{2094BB0A-1BD5-45B5-AAE7-B71F0A15E44F}" destId="{0F6200B5-B252-4F6A-8C10-7EC384B5C2AE}" srcOrd="1" destOrd="0" presId="urn:microsoft.com/office/officeart/2018/2/layout/IconCircleList"/>
    <dgm:cxn modelId="{F02E3DF6-7014-4E29-A5CF-7D28FD634F1C}" type="presParOf" srcId="{2094BB0A-1BD5-45B5-AAE7-B71F0A15E44F}" destId="{9AB45CC6-5B2B-4ED6-8098-39A80D3D09D8}" srcOrd="2" destOrd="0" presId="urn:microsoft.com/office/officeart/2018/2/layout/IconCircleList"/>
    <dgm:cxn modelId="{BD2DDDE0-8578-46FD-9AFD-FD118D0DB6E4}" type="presParOf" srcId="{9AB45CC6-5B2B-4ED6-8098-39A80D3D09D8}" destId="{3D7BD8F9-F251-4151-B309-7FCD0427F36B}" srcOrd="0" destOrd="0" presId="urn:microsoft.com/office/officeart/2018/2/layout/IconCircleList"/>
    <dgm:cxn modelId="{3C1EABD7-E250-422C-96BF-C939A387B474}" type="presParOf" srcId="{9AB45CC6-5B2B-4ED6-8098-39A80D3D09D8}" destId="{ADA09966-D69C-4DEA-A119-25D58A455068}" srcOrd="1" destOrd="0" presId="urn:microsoft.com/office/officeart/2018/2/layout/IconCircleList"/>
    <dgm:cxn modelId="{228AC39B-332E-4923-9B81-D102B70FC2D3}" type="presParOf" srcId="{9AB45CC6-5B2B-4ED6-8098-39A80D3D09D8}" destId="{EBC25312-7C18-46F1-80E1-3C691F970DF1}" srcOrd="2" destOrd="0" presId="urn:microsoft.com/office/officeart/2018/2/layout/IconCircleList"/>
    <dgm:cxn modelId="{A8B03F60-BDB9-4536-BC42-01066BD8F772}" type="presParOf" srcId="{9AB45CC6-5B2B-4ED6-8098-39A80D3D09D8}" destId="{C416C521-C918-4FFD-A814-26DC355A9D20}" srcOrd="3" destOrd="0" presId="urn:microsoft.com/office/officeart/2018/2/layout/IconCircleList"/>
    <dgm:cxn modelId="{FE1629EE-5838-4468-A173-2F4AB283869A}" type="presParOf" srcId="{2094BB0A-1BD5-45B5-AAE7-B71F0A15E44F}" destId="{BC3C60D6-0BC0-4540-B037-7556C70C72CD}" srcOrd="3" destOrd="0" presId="urn:microsoft.com/office/officeart/2018/2/layout/IconCircleList"/>
    <dgm:cxn modelId="{6258AEA8-0D7C-4B98-BF7D-E43E7BC4B036}" type="presParOf" srcId="{2094BB0A-1BD5-45B5-AAE7-B71F0A15E44F}" destId="{924F0B0F-211B-47B6-9BA6-4E549124FAD2}" srcOrd="4" destOrd="0" presId="urn:microsoft.com/office/officeart/2018/2/layout/IconCircleList"/>
    <dgm:cxn modelId="{54555C19-F900-4429-983D-7F067786F7EF}" type="presParOf" srcId="{924F0B0F-211B-47B6-9BA6-4E549124FAD2}" destId="{5440A3A4-90BD-49FC-85DD-E259BCF46D75}" srcOrd="0" destOrd="0" presId="urn:microsoft.com/office/officeart/2018/2/layout/IconCircleList"/>
    <dgm:cxn modelId="{94B8C3AF-EA44-4999-9A92-E13BA3F78BA2}" type="presParOf" srcId="{924F0B0F-211B-47B6-9BA6-4E549124FAD2}" destId="{1A87B37F-8CDF-4793-93C4-DF6D2C52079A}" srcOrd="1" destOrd="0" presId="urn:microsoft.com/office/officeart/2018/2/layout/IconCircleList"/>
    <dgm:cxn modelId="{C0110BC2-90CC-4B5A-AB95-39E3FC7672C6}" type="presParOf" srcId="{924F0B0F-211B-47B6-9BA6-4E549124FAD2}" destId="{BDB6E4E4-DE0A-47F2-B3E4-8377DBE71EFE}" srcOrd="2" destOrd="0" presId="urn:microsoft.com/office/officeart/2018/2/layout/IconCircleList"/>
    <dgm:cxn modelId="{5F95ACA0-3C3A-4B77-B285-93BC6CD4FE0A}" type="presParOf" srcId="{924F0B0F-211B-47B6-9BA6-4E549124FAD2}" destId="{62FC6D04-72D9-4020-8965-1AE55994A4B3}" srcOrd="3" destOrd="0" presId="urn:microsoft.com/office/officeart/2018/2/layout/IconCircleList"/>
    <dgm:cxn modelId="{1C76ADDA-48E3-4172-ABFE-3967C72FA621}" type="presParOf" srcId="{2094BB0A-1BD5-45B5-AAE7-B71F0A15E44F}" destId="{AEBFAEF8-1FBB-490E-B5AF-2FA93F846640}" srcOrd="5" destOrd="0" presId="urn:microsoft.com/office/officeart/2018/2/layout/IconCircleList"/>
    <dgm:cxn modelId="{C8CB105D-C4B3-4A5D-BA71-2061ACB719CF}" type="presParOf" srcId="{2094BB0A-1BD5-45B5-AAE7-B71F0A15E44F}" destId="{90BA4019-8BAD-430D-9296-2BB14C8A35C8}" srcOrd="6" destOrd="0" presId="urn:microsoft.com/office/officeart/2018/2/layout/IconCircleList"/>
    <dgm:cxn modelId="{3F6B38AA-81E4-46A4-BF40-6A7C6FCBF534}" type="presParOf" srcId="{90BA4019-8BAD-430D-9296-2BB14C8A35C8}" destId="{DC06B3EB-C10D-4C5A-B624-C7A2B98219D0}" srcOrd="0" destOrd="0" presId="urn:microsoft.com/office/officeart/2018/2/layout/IconCircleList"/>
    <dgm:cxn modelId="{E9F53B12-279D-41E4-83BF-E0B7DCD36EDE}" type="presParOf" srcId="{90BA4019-8BAD-430D-9296-2BB14C8A35C8}" destId="{70ECECA2-C7B5-4793-BDC3-F2A2185183D0}" srcOrd="1" destOrd="0" presId="urn:microsoft.com/office/officeart/2018/2/layout/IconCircleList"/>
    <dgm:cxn modelId="{3AF97522-4D0B-4010-9C39-EE3193067159}" type="presParOf" srcId="{90BA4019-8BAD-430D-9296-2BB14C8A35C8}" destId="{9AC3B065-CA76-4114-9C47-FF3C16562383}" srcOrd="2" destOrd="0" presId="urn:microsoft.com/office/officeart/2018/2/layout/IconCircleList"/>
    <dgm:cxn modelId="{1DAFDC05-0378-4D6A-B932-58A0B6D75037}" type="presParOf" srcId="{90BA4019-8BAD-430D-9296-2BB14C8A35C8}" destId="{1921A967-502E-4C4A-A9CA-1B9C8AA0A2C1}" srcOrd="3" destOrd="0" presId="urn:microsoft.com/office/officeart/2018/2/layout/IconCircleList"/>
    <dgm:cxn modelId="{226F6DFF-D1BD-4028-8B75-311BC779B757}" type="presParOf" srcId="{2094BB0A-1BD5-45B5-AAE7-B71F0A15E44F}" destId="{E6D10158-D433-40AE-B542-27EE313BCBEE}" srcOrd="7" destOrd="0" presId="urn:microsoft.com/office/officeart/2018/2/layout/IconCircleList"/>
    <dgm:cxn modelId="{229A4344-5420-471C-9CE8-71F269C4219B}" type="presParOf" srcId="{2094BB0A-1BD5-45B5-AAE7-B71F0A15E44F}" destId="{13DB1519-7B98-4C25-8B8F-38ED989EDA41}" srcOrd="8" destOrd="0" presId="urn:microsoft.com/office/officeart/2018/2/layout/IconCircleList"/>
    <dgm:cxn modelId="{162EC536-3408-46DC-8EFA-93687747477C}" type="presParOf" srcId="{13DB1519-7B98-4C25-8B8F-38ED989EDA41}" destId="{F0E19D82-5C85-459A-A1A4-BBF9855A1BA0}" srcOrd="0" destOrd="0" presId="urn:microsoft.com/office/officeart/2018/2/layout/IconCircleList"/>
    <dgm:cxn modelId="{E6FA0A96-2AF6-4463-8EBF-46390B0BEC75}" type="presParOf" srcId="{13DB1519-7B98-4C25-8B8F-38ED989EDA41}" destId="{09A18D80-B6C6-4F46-BA95-306AD70EB1C2}" srcOrd="1" destOrd="0" presId="urn:microsoft.com/office/officeart/2018/2/layout/IconCircleList"/>
    <dgm:cxn modelId="{123FBDAC-D865-42B1-9145-5616BE7F711B}" type="presParOf" srcId="{13DB1519-7B98-4C25-8B8F-38ED989EDA41}" destId="{3B2F1717-6A10-4F1F-84BE-84192AD1DDF4}" srcOrd="2" destOrd="0" presId="urn:microsoft.com/office/officeart/2018/2/layout/IconCircleList"/>
    <dgm:cxn modelId="{155F8B54-C6C7-4666-834B-4519C4155DEF}" type="presParOf" srcId="{13DB1519-7B98-4C25-8B8F-38ED989EDA41}" destId="{97E54DB9-0461-43C6-A0E1-89B4D2E4BA42}" srcOrd="3" destOrd="0" presId="urn:microsoft.com/office/officeart/2018/2/layout/IconCircleList"/>
    <dgm:cxn modelId="{87B70CA1-BA98-4020-845B-32804936A22E}" type="presParOf" srcId="{2094BB0A-1BD5-45B5-AAE7-B71F0A15E44F}" destId="{D04D00E3-F919-4CBD-8CF6-34F7C61934A5}" srcOrd="9" destOrd="0" presId="urn:microsoft.com/office/officeart/2018/2/layout/IconCircleList"/>
    <dgm:cxn modelId="{F525224C-3A15-4512-960E-68A4AA04FA27}" type="presParOf" srcId="{2094BB0A-1BD5-45B5-AAE7-B71F0A15E44F}" destId="{A8D45994-F435-4ACB-B9A1-04A9AEE4D523}" srcOrd="10" destOrd="0" presId="urn:microsoft.com/office/officeart/2018/2/layout/IconCircleList"/>
    <dgm:cxn modelId="{863BBB7C-1E84-46E5-B2D1-A983E7C2635A}" type="presParOf" srcId="{A8D45994-F435-4ACB-B9A1-04A9AEE4D523}" destId="{4CB2BC94-0356-4387-AFC5-B725F8256A2E}" srcOrd="0" destOrd="0" presId="urn:microsoft.com/office/officeart/2018/2/layout/IconCircleList"/>
    <dgm:cxn modelId="{05AEC542-86BA-4E54-901F-AD2103C98961}" type="presParOf" srcId="{A8D45994-F435-4ACB-B9A1-04A9AEE4D523}" destId="{618260FB-16D8-41C8-AB3D-A3B2D29CDF75}" srcOrd="1" destOrd="0" presId="urn:microsoft.com/office/officeart/2018/2/layout/IconCircleList"/>
    <dgm:cxn modelId="{BD4A6454-0136-4C57-BFF8-B9BF79997DBC}" type="presParOf" srcId="{A8D45994-F435-4ACB-B9A1-04A9AEE4D523}" destId="{F369409E-AC98-4F0D-AE37-2BC7656DCFC1}" srcOrd="2" destOrd="0" presId="urn:microsoft.com/office/officeart/2018/2/layout/IconCircleList"/>
    <dgm:cxn modelId="{BA82014B-0C5F-4471-85C7-430568688B00}" type="presParOf" srcId="{A8D45994-F435-4ACB-B9A1-04A9AEE4D523}" destId="{F07C5872-3095-4A14-94D2-490C4FF45D14}" srcOrd="3" destOrd="0" presId="urn:microsoft.com/office/officeart/2018/2/layout/IconCircleList"/>
    <dgm:cxn modelId="{27F79A43-D963-43F6-9048-267577442268}" type="presParOf" srcId="{2094BB0A-1BD5-45B5-AAE7-B71F0A15E44F}" destId="{C066DAC8-0805-44D6-B960-2C206B910274}" srcOrd="11" destOrd="0" presId="urn:microsoft.com/office/officeart/2018/2/layout/IconCircleList"/>
    <dgm:cxn modelId="{AE2F142F-B6BD-45C3-8AB3-6895ECFD0D36}" type="presParOf" srcId="{2094BB0A-1BD5-45B5-AAE7-B71F0A15E44F}" destId="{4FB98AB2-6C93-4E97-BE1E-B409CCDD516B}" srcOrd="12" destOrd="0" presId="urn:microsoft.com/office/officeart/2018/2/layout/IconCircleList"/>
    <dgm:cxn modelId="{C2B16057-5053-40A7-AD59-FC00831F4917}" type="presParOf" srcId="{4FB98AB2-6C93-4E97-BE1E-B409CCDD516B}" destId="{2475B001-CDDE-4759-9304-9E25871D16A8}" srcOrd="0" destOrd="0" presId="urn:microsoft.com/office/officeart/2018/2/layout/IconCircleList"/>
    <dgm:cxn modelId="{E271D403-DB94-462C-98C2-A5D04F10F14E}" type="presParOf" srcId="{4FB98AB2-6C93-4E97-BE1E-B409CCDD516B}" destId="{4F2565CD-741F-467C-86A9-66C22A7F69D0}" srcOrd="1" destOrd="0" presId="urn:microsoft.com/office/officeart/2018/2/layout/IconCircleList"/>
    <dgm:cxn modelId="{4EDABACA-D5B3-4563-B423-015F2F18D176}" type="presParOf" srcId="{4FB98AB2-6C93-4E97-BE1E-B409CCDD516B}" destId="{6389F0FA-E0AC-4864-A28C-C196CD8DDDCE}" srcOrd="2" destOrd="0" presId="urn:microsoft.com/office/officeart/2018/2/layout/IconCircleList"/>
    <dgm:cxn modelId="{766F554E-F5AC-481F-A939-BA737AF98A39}" type="presParOf" srcId="{4FB98AB2-6C93-4E97-BE1E-B409CCDD516B}" destId="{9009276C-7BF4-4666-A602-E81CF48B67E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3D6D00-C91D-448E-A992-7639C9C8176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613E42FE-1832-44E3-BB29-53505FFCD93E}">
      <dgm:prSet/>
      <dgm:spPr/>
      <dgm:t>
        <a:bodyPr/>
        <a:lstStyle/>
        <a:p>
          <a:r>
            <a:rPr lang="en-US"/>
            <a:t>1. Port Scanning:</a:t>
          </a:r>
        </a:p>
      </dgm:t>
    </dgm:pt>
    <dgm:pt modelId="{A8CF181E-A401-446F-A8BA-E298A9D1D71B}" type="parTrans" cxnId="{BE50038B-389D-4AF0-B38F-AD25DBF88734}">
      <dgm:prSet/>
      <dgm:spPr/>
      <dgm:t>
        <a:bodyPr/>
        <a:lstStyle/>
        <a:p>
          <a:endParaRPr lang="en-US"/>
        </a:p>
      </dgm:t>
    </dgm:pt>
    <dgm:pt modelId="{0D62CEB3-9CA6-4DD7-9B6E-F2CF1DF6400E}" type="sibTrans" cxnId="{BE50038B-389D-4AF0-B38F-AD25DBF88734}">
      <dgm:prSet/>
      <dgm:spPr/>
      <dgm:t>
        <a:bodyPr/>
        <a:lstStyle/>
        <a:p>
          <a:endParaRPr lang="en-US"/>
        </a:p>
      </dgm:t>
    </dgm:pt>
    <dgm:pt modelId="{345E96A1-6C82-4AFE-86F2-B0C3F4614A09}">
      <dgm:prSet/>
      <dgm:spPr/>
      <dgm:t>
        <a:bodyPr/>
        <a:lstStyle/>
        <a:p>
          <a:r>
            <a:rPr lang="en-US"/>
            <a:t>- Identifies open ports via socket connections.</a:t>
          </a:r>
        </a:p>
      </dgm:t>
    </dgm:pt>
    <dgm:pt modelId="{A401853A-5202-40D0-98F7-4F0DD52E41EF}" type="parTrans" cxnId="{19AD0CDA-2B85-45AD-B5B5-5BBFE2DF3387}">
      <dgm:prSet/>
      <dgm:spPr/>
      <dgm:t>
        <a:bodyPr/>
        <a:lstStyle/>
        <a:p>
          <a:endParaRPr lang="en-US"/>
        </a:p>
      </dgm:t>
    </dgm:pt>
    <dgm:pt modelId="{83DA68A7-2239-4562-83BE-A71E41795E30}" type="sibTrans" cxnId="{19AD0CDA-2B85-45AD-B5B5-5BBFE2DF3387}">
      <dgm:prSet/>
      <dgm:spPr/>
      <dgm:t>
        <a:bodyPr/>
        <a:lstStyle/>
        <a:p>
          <a:endParaRPr lang="en-US"/>
        </a:p>
      </dgm:t>
    </dgm:pt>
    <dgm:pt modelId="{98AC9730-F1D1-494C-A3E9-262CF2970A30}">
      <dgm:prSet/>
      <dgm:spPr/>
      <dgm:t>
        <a:bodyPr/>
        <a:lstStyle/>
        <a:p>
          <a:r>
            <a:rPr lang="en-US"/>
            <a:t>2. Password Analysis:</a:t>
          </a:r>
        </a:p>
      </dgm:t>
    </dgm:pt>
    <dgm:pt modelId="{211CBB19-CF3A-499F-A8C3-9569BB0D178B}" type="parTrans" cxnId="{0A1E4D03-2E08-439A-A06F-1147767C11F0}">
      <dgm:prSet/>
      <dgm:spPr/>
      <dgm:t>
        <a:bodyPr/>
        <a:lstStyle/>
        <a:p>
          <a:endParaRPr lang="en-US"/>
        </a:p>
      </dgm:t>
    </dgm:pt>
    <dgm:pt modelId="{839F9B3D-EB4C-4BEE-8860-AFECE3222CFC}" type="sibTrans" cxnId="{0A1E4D03-2E08-439A-A06F-1147767C11F0}">
      <dgm:prSet/>
      <dgm:spPr/>
      <dgm:t>
        <a:bodyPr/>
        <a:lstStyle/>
        <a:p>
          <a:endParaRPr lang="en-US"/>
        </a:p>
      </dgm:t>
    </dgm:pt>
    <dgm:pt modelId="{AF5D6ED6-D1A4-416B-B7ED-8ED72245CA65}">
      <dgm:prSet/>
      <dgm:spPr/>
      <dgm:t>
        <a:bodyPr/>
        <a:lstStyle/>
        <a:p>
          <a:r>
            <a:rPr lang="en-US"/>
            <a:t>- Detects patterns, calculates entropy.</a:t>
          </a:r>
        </a:p>
      </dgm:t>
    </dgm:pt>
    <dgm:pt modelId="{942A2E50-4769-4F49-ACCC-84296A613214}" type="parTrans" cxnId="{7C867E3A-4FAB-405D-94A9-C7E6BB6F8FE6}">
      <dgm:prSet/>
      <dgm:spPr/>
      <dgm:t>
        <a:bodyPr/>
        <a:lstStyle/>
        <a:p>
          <a:endParaRPr lang="en-US"/>
        </a:p>
      </dgm:t>
    </dgm:pt>
    <dgm:pt modelId="{D82832FB-AA90-4BC8-908C-135AAC199B04}" type="sibTrans" cxnId="{7C867E3A-4FAB-405D-94A9-C7E6BB6F8FE6}">
      <dgm:prSet/>
      <dgm:spPr/>
      <dgm:t>
        <a:bodyPr/>
        <a:lstStyle/>
        <a:p>
          <a:endParaRPr lang="en-US"/>
        </a:p>
      </dgm:t>
    </dgm:pt>
    <dgm:pt modelId="{787BB691-A706-4AF3-8CC1-793DF08A6C9D}">
      <dgm:prSet/>
      <dgm:spPr/>
      <dgm:t>
        <a:bodyPr/>
        <a:lstStyle/>
        <a:p>
          <a:r>
            <a:rPr lang="en-US"/>
            <a:t>3. QR and URL Security:</a:t>
          </a:r>
        </a:p>
      </dgm:t>
    </dgm:pt>
    <dgm:pt modelId="{A5224BE0-4543-4A3A-A851-C10341123971}" type="parTrans" cxnId="{4DF68C16-AABE-4E34-ADEC-34ADAEC89062}">
      <dgm:prSet/>
      <dgm:spPr/>
      <dgm:t>
        <a:bodyPr/>
        <a:lstStyle/>
        <a:p>
          <a:endParaRPr lang="en-US"/>
        </a:p>
      </dgm:t>
    </dgm:pt>
    <dgm:pt modelId="{CE4B379F-FFC2-4399-94CF-EE1EFA9F8CBD}" type="sibTrans" cxnId="{4DF68C16-AABE-4E34-ADEC-34ADAEC89062}">
      <dgm:prSet/>
      <dgm:spPr/>
      <dgm:t>
        <a:bodyPr/>
        <a:lstStyle/>
        <a:p>
          <a:endParaRPr lang="en-US"/>
        </a:p>
      </dgm:t>
    </dgm:pt>
    <dgm:pt modelId="{8A8A2B8A-9221-4DA9-AD9C-33BE5FF9E3E5}">
      <dgm:prSet/>
      <dgm:spPr/>
      <dgm:t>
        <a:bodyPr/>
        <a:lstStyle/>
        <a:p>
          <a:r>
            <a:rPr lang="en-US"/>
            <a:t>- Detects harmful patterns, validates URLs.</a:t>
          </a:r>
        </a:p>
      </dgm:t>
    </dgm:pt>
    <dgm:pt modelId="{0ECA77A0-2043-4A9D-BCFC-BCC5ADDBF9E5}" type="parTrans" cxnId="{E239E551-616F-4AEF-B0CC-EF510A898093}">
      <dgm:prSet/>
      <dgm:spPr/>
      <dgm:t>
        <a:bodyPr/>
        <a:lstStyle/>
        <a:p>
          <a:endParaRPr lang="en-US"/>
        </a:p>
      </dgm:t>
    </dgm:pt>
    <dgm:pt modelId="{02F7D05E-8E98-4795-A6AF-E04B5AE3F661}" type="sibTrans" cxnId="{E239E551-616F-4AEF-B0CC-EF510A898093}">
      <dgm:prSet/>
      <dgm:spPr/>
      <dgm:t>
        <a:bodyPr/>
        <a:lstStyle/>
        <a:p>
          <a:endParaRPr lang="en-US"/>
        </a:p>
      </dgm:t>
    </dgm:pt>
    <dgm:pt modelId="{E32E94B9-FA5A-4F09-8EAC-C7B45FB40FE0}" type="pres">
      <dgm:prSet presAssocID="{4E3D6D00-C91D-448E-A992-7639C9C81765}" presName="root" presStyleCnt="0">
        <dgm:presLayoutVars>
          <dgm:dir/>
          <dgm:resizeHandles val="exact"/>
        </dgm:presLayoutVars>
      </dgm:prSet>
      <dgm:spPr/>
    </dgm:pt>
    <dgm:pt modelId="{325ACE49-2EB0-4C7B-9C93-532DE81968ED}" type="pres">
      <dgm:prSet presAssocID="{4E3D6D00-C91D-448E-A992-7639C9C81765}" presName="container" presStyleCnt="0">
        <dgm:presLayoutVars>
          <dgm:dir/>
          <dgm:resizeHandles val="exact"/>
        </dgm:presLayoutVars>
      </dgm:prSet>
      <dgm:spPr/>
    </dgm:pt>
    <dgm:pt modelId="{41BC0DF7-39E1-40DC-BCBC-D0FA1B183D22}" type="pres">
      <dgm:prSet presAssocID="{613E42FE-1832-44E3-BB29-53505FFCD93E}" presName="compNode" presStyleCnt="0"/>
      <dgm:spPr/>
    </dgm:pt>
    <dgm:pt modelId="{7D9E0BA0-06F3-4A11-A31F-7CBA62393758}" type="pres">
      <dgm:prSet presAssocID="{613E42FE-1832-44E3-BB29-53505FFCD93E}" presName="iconBgRect" presStyleLbl="bgShp" presStyleIdx="0" presStyleCnt="6"/>
      <dgm:spPr/>
    </dgm:pt>
    <dgm:pt modelId="{64ED0E8C-C9D7-493A-8E59-CC4FB7D70C6D}" type="pres">
      <dgm:prSet presAssocID="{613E42FE-1832-44E3-BB29-53505FFCD93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ne"/>
        </a:ext>
      </dgm:extLst>
    </dgm:pt>
    <dgm:pt modelId="{20A18A7D-6477-4B39-B984-D13D2092176E}" type="pres">
      <dgm:prSet presAssocID="{613E42FE-1832-44E3-BB29-53505FFCD93E}" presName="spaceRect" presStyleCnt="0"/>
      <dgm:spPr/>
    </dgm:pt>
    <dgm:pt modelId="{EC3786E2-CF33-4FEA-AFB7-51E395D84005}" type="pres">
      <dgm:prSet presAssocID="{613E42FE-1832-44E3-BB29-53505FFCD93E}" presName="textRect" presStyleLbl="revTx" presStyleIdx="0" presStyleCnt="6">
        <dgm:presLayoutVars>
          <dgm:chMax val="1"/>
          <dgm:chPref val="1"/>
        </dgm:presLayoutVars>
      </dgm:prSet>
      <dgm:spPr/>
    </dgm:pt>
    <dgm:pt modelId="{F633E865-C0D9-4A3B-8160-F3AA1804C1DC}" type="pres">
      <dgm:prSet presAssocID="{0D62CEB3-9CA6-4DD7-9B6E-F2CF1DF6400E}" presName="sibTrans" presStyleLbl="sibTrans2D1" presStyleIdx="0" presStyleCnt="0"/>
      <dgm:spPr/>
    </dgm:pt>
    <dgm:pt modelId="{43B40CFE-6098-480C-A4AC-2351CC8E9803}" type="pres">
      <dgm:prSet presAssocID="{345E96A1-6C82-4AFE-86F2-B0C3F4614A09}" presName="compNode" presStyleCnt="0"/>
      <dgm:spPr/>
    </dgm:pt>
    <dgm:pt modelId="{B673D67B-C558-4B2D-A2C6-B511CD65808E}" type="pres">
      <dgm:prSet presAssocID="{345E96A1-6C82-4AFE-86F2-B0C3F4614A09}" presName="iconBgRect" presStyleLbl="bgShp" presStyleIdx="1" presStyleCnt="6"/>
      <dgm:spPr/>
    </dgm:pt>
    <dgm:pt modelId="{BA901374-6BF3-4E51-A5D7-68A46825D535}" type="pres">
      <dgm:prSet presAssocID="{345E96A1-6C82-4AFE-86F2-B0C3F4614A0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74786204-0BA2-4A1E-985D-39C76C2541D9}" type="pres">
      <dgm:prSet presAssocID="{345E96A1-6C82-4AFE-86F2-B0C3F4614A09}" presName="spaceRect" presStyleCnt="0"/>
      <dgm:spPr/>
    </dgm:pt>
    <dgm:pt modelId="{078CE196-2EA3-4E0C-9745-7F8EF9928119}" type="pres">
      <dgm:prSet presAssocID="{345E96A1-6C82-4AFE-86F2-B0C3F4614A09}" presName="textRect" presStyleLbl="revTx" presStyleIdx="1" presStyleCnt="6">
        <dgm:presLayoutVars>
          <dgm:chMax val="1"/>
          <dgm:chPref val="1"/>
        </dgm:presLayoutVars>
      </dgm:prSet>
      <dgm:spPr/>
    </dgm:pt>
    <dgm:pt modelId="{D6628622-566A-4638-9BAD-5E429CC6E538}" type="pres">
      <dgm:prSet presAssocID="{83DA68A7-2239-4562-83BE-A71E41795E30}" presName="sibTrans" presStyleLbl="sibTrans2D1" presStyleIdx="0" presStyleCnt="0"/>
      <dgm:spPr/>
    </dgm:pt>
    <dgm:pt modelId="{01CE5EE4-C0BC-400B-8070-B8844EF38B54}" type="pres">
      <dgm:prSet presAssocID="{98AC9730-F1D1-494C-A3E9-262CF2970A30}" presName="compNode" presStyleCnt="0"/>
      <dgm:spPr/>
    </dgm:pt>
    <dgm:pt modelId="{14A5E0C5-9F24-4CE8-9258-8E426155BECB}" type="pres">
      <dgm:prSet presAssocID="{98AC9730-F1D1-494C-A3E9-262CF2970A30}" presName="iconBgRect" presStyleLbl="bgShp" presStyleIdx="2" presStyleCnt="6"/>
      <dgm:spPr/>
    </dgm:pt>
    <dgm:pt modelId="{72993B7C-9AAA-4E20-BC3D-2CBEF27082F3}" type="pres">
      <dgm:prSet presAssocID="{98AC9730-F1D1-494C-A3E9-262CF2970A3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99F4823-2CE8-4290-9EE8-00A801BD8B34}" type="pres">
      <dgm:prSet presAssocID="{98AC9730-F1D1-494C-A3E9-262CF2970A30}" presName="spaceRect" presStyleCnt="0"/>
      <dgm:spPr/>
    </dgm:pt>
    <dgm:pt modelId="{EA86F8D3-068E-494B-B635-D290E3E668EC}" type="pres">
      <dgm:prSet presAssocID="{98AC9730-F1D1-494C-A3E9-262CF2970A30}" presName="textRect" presStyleLbl="revTx" presStyleIdx="2" presStyleCnt="6">
        <dgm:presLayoutVars>
          <dgm:chMax val="1"/>
          <dgm:chPref val="1"/>
        </dgm:presLayoutVars>
      </dgm:prSet>
      <dgm:spPr/>
    </dgm:pt>
    <dgm:pt modelId="{778EC296-ABF3-4F1B-B495-36252E7E9390}" type="pres">
      <dgm:prSet presAssocID="{839F9B3D-EB4C-4BEE-8860-AFECE3222CFC}" presName="sibTrans" presStyleLbl="sibTrans2D1" presStyleIdx="0" presStyleCnt="0"/>
      <dgm:spPr/>
    </dgm:pt>
    <dgm:pt modelId="{2B2DE833-C9D8-488C-8A77-7501AC91DF07}" type="pres">
      <dgm:prSet presAssocID="{AF5D6ED6-D1A4-416B-B7ED-8ED72245CA65}" presName="compNode" presStyleCnt="0"/>
      <dgm:spPr/>
    </dgm:pt>
    <dgm:pt modelId="{8F2FCF5D-2338-42DB-83EB-5BAB2A6FC224}" type="pres">
      <dgm:prSet presAssocID="{AF5D6ED6-D1A4-416B-B7ED-8ED72245CA65}" presName="iconBgRect" presStyleLbl="bgShp" presStyleIdx="3" presStyleCnt="6"/>
      <dgm:spPr/>
    </dgm:pt>
    <dgm:pt modelId="{CCE15ED7-80D2-40CB-9DEB-E856FD566742}" type="pres">
      <dgm:prSet presAssocID="{AF5D6ED6-D1A4-416B-B7ED-8ED72245CA6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7DEB8A93-B567-476C-8E27-FDBAF41255D2}" type="pres">
      <dgm:prSet presAssocID="{AF5D6ED6-D1A4-416B-B7ED-8ED72245CA65}" presName="spaceRect" presStyleCnt="0"/>
      <dgm:spPr/>
    </dgm:pt>
    <dgm:pt modelId="{A0DE5BF4-E0C2-4F9A-88A0-3A31437FFBD9}" type="pres">
      <dgm:prSet presAssocID="{AF5D6ED6-D1A4-416B-B7ED-8ED72245CA65}" presName="textRect" presStyleLbl="revTx" presStyleIdx="3" presStyleCnt="6">
        <dgm:presLayoutVars>
          <dgm:chMax val="1"/>
          <dgm:chPref val="1"/>
        </dgm:presLayoutVars>
      </dgm:prSet>
      <dgm:spPr/>
    </dgm:pt>
    <dgm:pt modelId="{C27B90C8-33DA-4FA4-9743-E38DFF6928DF}" type="pres">
      <dgm:prSet presAssocID="{D82832FB-AA90-4BC8-908C-135AAC199B04}" presName="sibTrans" presStyleLbl="sibTrans2D1" presStyleIdx="0" presStyleCnt="0"/>
      <dgm:spPr/>
    </dgm:pt>
    <dgm:pt modelId="{7B1935A3-49B6-44DC-A9DF-ABA8481B1EBC}" type="pres">
      <dgm:prSet presAssocID="{787BB691-A706-4AF3-8CC1-793DF08A6C9D}" presName="compNode" presStyleCnt="0"/>
      <dgm:spPr/>
    </dgm:pt>
    <dgm:pt modelId="{29DDCB2A-AEA1-459F-B0FB-904627869560}" type="pres">
      <dgm:prSet presAssocID="{787BB691-A706-4AF3-8CC1-793DF08A6C9D}" presName="iconBgRect" presStyleLbl="bgShp" presStyleIdx="4" presStyleCnt="6"/>
      <dgm:spPr/>
    </dgm:pt>
    <dgm:pt modelId="{BEED57E4-9FFD-46A2-A5B5-05613E78F695}" type="pres">
      <dgm:prSet presAssocID="{787BB691-A706-4AF3-8CC1-793DF08A6C9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F519ADED-008C-4749-B69B-A1CED89B7AAC}" type="pres">
      <dgm:prSet presAssocID="{787BB691-A706-4AF3-8CC1-793DF08A6C9D}" presName="spaceRect" presStyleCnt="0"/>
      <dgm:spPr/>
    </dgm:pt>
    <dgm:pt modelId="{D2CA9D77-B95E-4075-A0D8-4EDDAA843E9D}" type="pres">
      <dgm:prSet presAssocID="{787BB691-A706-4AF3-8CC1-793DF08A6C9D}" presName="textRect" presStyleLbl="revTx" presStyleIdx="4" presStyleCnt="6">
        <dgm:presLayoutVars>
          <dgm:chMax val="1"/>
          <dgm:chPref val="1"/>
        </dgm:presLayoutVars>
      </dgm:prSet>
      <dgm:spPr/>
    </dgm:pt>
    <dgm:pt modelId="{5BC103FB-133F-4496-A11D-EAD9A57E249C}" type="pres">
      <dgm:prSet presAssocID="{CE4B379F-FFC2-4399-94CF-EE1EFA9F8CBD}" presName="sibTrans" presStyleLbl="sibTrans2D1" presStyleIdx="0" presStyleCnt="0"/>
      <dgm:spPr/>
    </dgm:pt>
    <dgm:pt modelId="{6C3F8D5A-8D82-4290-BB60-2F640CC51660}" type="pres">
      <dgm:prSet presAssocID="{8A8A2B8A-9221-4DA9-AD9C-33BE5FF9E3E5}" presName="compNode" presStyleCnt="0"/>
      <dgm:spPr/>
    </dgm:pt>
    <dgm:pt modelId="{C2D2222E-A328-459F-AB4C-1B69A6C11B4E}" type="pres">
      <dgm:prSet presAssocID="{8A8A2B8A-9221-4DA9-AD9C-33BE5FF9E3E5}" presName="iconBgRect" presStyleLbl="bgShp" presStyleIdx="5" presStyleCnt="6"/>
      <dgm:spPr/>
    </dgm:pt>
    <dgm:pt modelId="{5B6DAD1E-33A8-480F-B3EE-DBA437914007}" type="pres">
      <dgm:prSet presAssocID="{8A8A2B8A-9221-4DA9-AD9C-33BE5FF9E3E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439672CB-D484-4D0E-9CB2-64CBE8A22688}" type="pres">
      <dgm:prSet presAssocID="{8A8A2B8A-9221-4DA9-AD9C-33BE5FF9E3E5}" presName="spaceRect" presStyleCnt="0"/>
      <dgm:spPr/>
    </dgm:pt>
    <dgm:pt modelId="{C9C796CD-30B7-48B8-8A94-A089AD8CCD64}" type="pres">
      <dgm:prSet presAssocID="{8A8A2B8A-9221-4DA9-AD9C-33BE5FF9E3E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A1E4D03-2E08-439A-A06F-1147767C11F0}" srcId="{4E3D6D00-C91D-448E-A992-7639C9C81765}" destId="{98AC9730-F1D1-494C-A3E9-262CF2970A30}" srcOrd="2" destOrd="0" parTransId="{211CBB19-CF3A-499F-A8C3-9569BB0D178B}" sibTransId="{839F9B3D-EB4C-4BEE-8860-AFECE3222CFC}"/>
    <dgm:cxn modelId="{2F267E09-20D3-49F5-A800-8753E25F6F02}" type="presOf" srcId="{CE4B379F-FFC2-4399-94CF-EE1EFA9F8CBD}" destId="{5BC103FB-133F-4496-A11D-EAD9A57E249C}" srcOrd="0" destOrd="0" presId="urn:microsoft.com/office/officeart/2018/2/layout/IconCircleList"/>
    <dgm:cxn modelId="{4DF68C16-AABE-4E34-ADEC-34ADAEC89062}" srcId="{4E3D6D00-C91D-448E-A992-7639C9C81765}" destId="{787BB691-A706-4AF3-8CC1-793DF08A6C9D}" srcOrd="4" destOrd="0" parTransId="{A5224BE0-4543-4A3A-A851-C10341123971}" sibTransId="{CE4B379F-FFC2-4399-94CF-EE1EFA9F8CBD}"/>
    <dgm:cxn modelId="{2D22F41F-542F-44DE-A13D-3A65318DA4F8}" type="presOf" srcId="{345E96A1-6C82-4AFE-86F2-B0C3F4614A09}" destId="{078CE196-2EA3-4E0C-9745-7F8EF9928119}" srcOrd="0" destOrd="0" presId="urn:microsoft.com/office/officeart/2018/2/layout/IconCircleList"/>
    <dgm:cxn modelId="{74C47B20-2813-43E7-B556-AED71356B6D5}" type="presOf" srcId="{98AC9730-F1D1-494C-A3E9-262CF2970A30}" destId="{EA86F8D3-068E-494B-B635-D290E3E668EC}" srcOrd="0" destOrd="0" presId="urn:microsoft.com/office/officeart/2018/2/layout/IconCircleList"/>
    <dgm:cxn modelId="{5CBF8A33-FEB8-460D-A662-C3B3C2A2EC56}" type="presOf" srcId="{AF5D6ED6-D1A4-416B-B7ED-8ED72245CA65}" destId="{A0DE5BF4-E0C2-4F9A-88A0-3A31437FFBD9}" srcOrd="0" destOrd="0" presId="urn:microsoft.com/office/officeart/2018/2/layout/IconCircleList"/>
    <dgm:cxn modelId="{7C867E3A-4FAB-405D-94A9-C7E6BB6F8FE6}" srcId="{4E3D6D00-C91D-448E-A992-7639C9C81765}" destId="{AF5D6ED6-D1A4-416B-B7ED-8ED72245CA65}" srcOrd="3" destOrd="0" parTransId="{942A2E50-4769-4F49-ACCC-84296A613214}" sibTransId="{D82832FB-AA90-4BC8-908C-135AAC199B04}"/>
    <dgm:cxn modelId="{8A287066-61B3-4D4D-A1B0-994E69F2D2B8}" type="presOf" srcId="{613E42FE-1832-44E3-BB29-53505FFCD93E}" destId="{EC3786E2-CF33-4FEA-AFB7-51E395D84005}" srcOrd="0" destOrd="0" presId="urn:microsoft.com/office/officeart/2018/2/layout/IconCircleList"/>
    <dgm:cxn modelId="{A00C684E-5F05-49C1-A07A-380C189A5F71}" type="presOf" srcId="{D82832FB-AA90-4BC8-908C-135AAC199B04}" destId="{C27B90C8-33DA-4FA4-9743-E38DFF6928DF}" srcOrd="0" destOrd="0" presId="urn:microsoft.com/office/officeart/2018/2/layout/IconCircleList"/>
    <dgm:cxn modelId="{E239E551-616F-4AEF-B0CC-EF510A898093}" srcId="{4E3D6D00-C91D-448E-A992-7639C9C81765}" destId="{8A8A2B8A-9221-4DA9-AD9C-33BE5FF9E3E5}" srcOrd="5" destOrd="0" parTransId="{0ECA77A0-2043-4A9D-BCFC-BCC5ADDBF9E5}" sibTransId="{02F7D05E-8E98-4795-A6AF-E04B5AE3F661}"/>
    <dgm:cxn modelId="{7137B582-CC72-4B9A-A267-1FCE3E9F2950}" type="presOf" srcId="{4E3D6D00-C91D-448E-A992-7639C9C81765}" destId="{E32E94B9-FA5A-4F09-8EAC-C7B45FB40FE0}" srcOrd="0" destOrd="0" presId="urn:microsoft.com/office/officeart/2018/2/layout/IconCircleList"/>
    <dgm:cxn modelId="{BE50038B-389D-4AF0-B38F-AD25DBF88734}" srcId="{4E3D6D00-C91D-448E-A992-7639C9C81765}" destId="{613E42FE-1832-44E3-BB29-53505FFCD93E}" srcOrd="0" destOrd="0" parTransId="{A8CF181E-A401-446F-A8BA-E298A9D1D71B}" sibTransId="{0D62CEB3-9CA6-4DD7-9B6E-F2CF1DF6400E}"/>
    <dgm:cxn modelId="{6E9AB88D-89AE-4A91-8F2E-0298352563F7}" type="presOf" srcId="{0D62CEB3-9CA6-4DD7-9B6E-F2CF1DF6400E}" destId="{F633E865-C0D9-4A3B-8160-F3AA1804C1DC}" srcOrd="0" destOrd="0" presId="urn:microsoft.com/office/officeart/2018/2/layout/IconCircleList"/>
    <dgm:cxn modelId="{B1D5458F-07F8-4706-BDC3-AFA99F111F5B}" type="presOf" srcId="{83DA68A7-2239-4562-83BE-A71E41795E30}" destId="{D6628622-566A-4638-9BAD-5E429CC6E538}" srcOrd="0" destOrd="0" presId="urn:microsoft.com/office/officeart/2018/2/layout/IconCircleList"/>
    <dgm:cxn modelId="{E2DD0B90-52D2-4365-BEB8-78C912058B44}" type="presOf" srcId="{839F9B3D-EB4C-4BEE-8860-AFECE3222CFC}" destId="{778EC296-ABF3-4F1B-B495-36252E7E9390}" srcOrd="0" destOrd="0" presId="urn:microsoft.com/office/officeart/2018/2/layout/IconCircleList"/>
    <dgm:cxn modelId="{51BB0EBA-421D-4002-B1AF-58C923A71345}" type="presOf" srcId="{8A8A2B8A-9221-4DA9-AD9C-33BE5FF9E3E5}" destId="{C9C796CD-30B7-48B8-8A94-A089AD8CCD64}" srcOrd="0" destOrd="0" presId="urn:microsoft.com/office/officeart/2018/2/layout/IconCircleList"/>
    <dgm:cxn modelId="{19AD0CDA-2B85-45AD-B5B5-5BBFE2DF3387}" srcId="{4E3D6D00-C91D-448E-A992-7639C9C81765}" destId="{345E96A1-6C82-4AFE-86F2-B0C3F4614A09}" srcOrd="1" destOrd="0" parTransId="{A401853A-5202-40D0-98F7-4F0DD52E41EF}" sibTransId="{83DA68A7-2239-4562-83BE-A71E41795E30}"/>
    <dgm:cxn modelId="{CA1F6DF4-D645-4826-9D1F-09AE26B74EDE}" type="presOf" srcId="{787BB691-A706-4AF3-8CC1-793DF08A6C9D}" destId="{D2CA9D77-B95E-4075-A0D8-4EDDAA843E9D}" srcOrd="0" destOrd="0" presId="urn:microsoft.com/office/officeart/2018/2/layout/IconCircleList"/>
    <dgm:cxn modelId="{0B5A6EC6-386D-418A-A4B9-BACDF2C82C44}" type="presParOf" srcId="{E32E94B9-FA5A-4F09-8EAC-C7B45FB40FE0}" destId="{325ACE49-2EB0-4C7B-9C93-532DE81968ED}" srcOrd="0" destOrd="0" presId="urn:microsoft.com/office/officeart/2018/2/layout/IconCircleList"/>
    <dgm:cxn modelId="{044F774E-915C-4CF1-9BAA-46FA9E891727}" type="presParOf" srcId="{325ACE49-2EB0-4C7B-9C93-532DE81968ED}" destId="{41BC0DF7-39E1-40DC-BCBC-D0FA1B183D22}" srcOrd="0" destOrd="0" presId="urn:microsoft.com/office/officeart/2018/2/layout/IconCircleList"/>
    <dgm:cxn modelId="{82375988-34D3-472E-908F-90AAD1708D19}" type="presParOf" srcId="{41BC0DF7-39E1-40DC-BCBC-D0FA1B183D22}" destId="{7D9E0BA0-06F3-4A11-A31F-7CBA62393758}" srcOrd="0" destOrd="0" presId="urn:microsoft.com/office/officeart/2018/2/layout/IconCircleList"/>
    <dgm:cxn modelId="{E49A2E6A-4399-4A5B-A048-FC57BF7959D9}" type="presParOf" srcId="{41BC0DF7-39E1-40DC-BCBC-D0FA1B183D22}" destId="{64ED0E8C-C9D7-493A-8E59-CC4FB7D70C6D}" srcOrd="1" destOrd="0" presId="urn:microsoft.com/office/officeart/2018/2/layout/IconCircleList"/>
    <dgm:cxn modelId="{F8C40D59-0533-4CA0-821B-D923C76C7561}" type="presParOf" srcId="{41BC0DF7-39E1-40DC-BCBC-D0FA1B183D22}" destId="{20A18A7D-6477-4B39-B984-D13D2092176E}" srcOrd="2" destOrd="0" presId="urn:microsoft.com/office/officeart/2018/2/layout/IconCircleList"/>
    <dgm:cxn modelId="{8EEDF85E-BFAF-45C8-AE08-04FD39C2114B}" type="presParOf" srcId="{41BC0DF7-39E1-40DC-BCBC-D0FA1B183D22}" destId="{EC3786E2-CF33-4FEA-AFB7-51E395D84005}" srcOrd="3" destOrd="0" presId="urn:microsoft.com/office/officeart/2018/2/layout/IconCircleList"/>
    <dgm:cxn modelId="{25A10002-484A-4C9A-84F1-83AA462F9042}" type="presParOf" srcId="{325ACE49-2EB0-4C7B-9C93-532DE81968ED}" destId="{F633E865-C0D9-4A3B-8160-F3AA1804C1DC}" srcOrd="1" destOrd="0" presId="urn:microsoft.com/office/officeart/2018/2/layout/IconCircleList"/>
    <dgm:cxn modelId="{A1FE9127-66F4-41E9-AD3F-7D1B996960F1}" type="presParOf" srcId="{325ACE49-2EB0-4C7B-9C93-532DE81968ED}" destId="{43B40CFE-6098-480C-A4AC-2351CC8E9803}" srcOrd="2" destOrd="0" presId="urn:microsoft.com/office/officeart/2018/2/layout/IconCircleList"/>
    <dgm:cxn modelId="{9D73438D-F17A-4240-8E59-4849ED729A90}" type="presParOf" srcId="{43B40CFE-6098-480C-A4AC-2351CC8E9803}" destId="{B673D67B-C558-4B2D-A2C6-B511CD65808E}" srcOrd="0" destOrd="0" presId="urn:microsoft.com/office/officeart/2018/2/layout/IconCircleList"/>
    <dgm:cxn modelId="{7B9E1422-FFB8-4991-89A8-A57E1310E953}" type="presParOf" srcId="{43B40CFE-6098-480C-A4AC-2351CC8E9803}" destId="{BA901374-6BF3-4E51-A5D7-68A46825D535}" srcOrd="1" destOrd="0" presId="urn:microsoft.com/office/officeart/2018/2/layout/IconCircleList"/>
    <dgm:cxn modelId="{EBB35A26-A648-4524-8EEB-CF071D64E7F5}" type="presParOf" srcId="{43B40CFE-6098-480C-A4AC-2351CC8E9803}" destId="{74786204-0BA2-4A1E-985D-39C76C2541D9}" srcOrd="2" destOrd="0" presId="urn:microsoft.com/office/officeart/2018/2/layout/IconCircleList"/>
    <dgm:cxn modelId="{9DC51F1C-F874-413E-A244-FB215A3A5AF7}" type="presParOf" srcId="{43B40CFE-6098-480C-A4AC-2351CC8E9803}" destId="{078CE196-2EA3-4E0C-9745-7F8EF9928119}" srcOrd="3" destOrd="0" presId="urn:microsoft.com/office/officeart/2018/2/layout/IconCircleList"/>
    <dgm:cxn modelId="{8E4F4BE0-90B4-493B-A7F0-790B9230240F}" type="presParOf" srcId="{325ACE49-2EB0-4C7B-9C93-532DE81968ED}" destId="{D6628622-566A-4638-9BAD-5E429CC6E538}" srcOrd="3" destOrd="0" presId="urn:microsoft.com/office/officeart/2018/2/layout/IconCircleList"/>
    <dgm:cxn modelId="{50F55B99-5665-486D-85C2-DE9270B6AE57}" type="presParOf" srcId="{325ACE49-2EB0-4C7B-9C93-532DE81968ED}" destId="{01CE5EE4-C0BC-400B-8070-B8844EF38B54}" srcOrd="4" destOrd="0" presId="urn:microsoft.com/office/officeart/2018/2/layout/IconCircleList"/>
    <dgm:cxn modelId="{76774AB5-E040-4F8E-957D-A2E21F0149A2}" type="presParOf" srcId="{01CE5EE4-C0BC-400B-8070-B8844EF38B54}" destId="{14A5E0C5-9F24-4CE8-9258-8E426155BECB}" srcOrd="0" destOrd="0" presId="urn:microsoft.com/office/officeart/2018/2/layout/IconCircleList"/>
    <dgm:cxn modelId="{C92E202F-429B-43FA-A589-581CFFC51E0F}" type="presParOf" srcId="{01CE5EE4-C0BC-400B-8070-B8844EF38B54}" destId="{72993B7C-9AAA-4E20-BC3D-2CBEF27082F3}" srcOrd="1" destOrd="0" presId="urn:microsoft.com/office/officeart/2018/2/layout/IconCircleList"/>
    <dgm:cxn modelId="{14940482-F458-410D-BDD4-25F02C8E1486}" type="presParOf" srcId="{01CE5EE4-C0BC-400B-8070-B8844EF38B54}" destId="{C99F4823-2CE8-4290-9EE8-00A801BD8B34}" srcOrd="2" destOrd="0" presId="urn:microsoft.com/office/officeart/2018/2/layout/IconCircleList"/>
    <dgm:cxn modelId="{744AF4A3-7038-40BF-9AD9-0D17F0EF33A9}" type="presParOf" srcId="{01CE5EE4-C0BC-400B-8070-B8844EF38B54}" destId="{EA86F8D3-068E-494B-B635-D290E3E668EC}" srcOrd="3" destOrd="0" presId="urn:microsoft.com/office/officeart/2018/2/layout/IconCircleList"/>
    <dgm:cxn modelId="{0B5A0ED5-EF13-44C7-BA7A-5012EE82B4D4}" type="presParOf" srcId="{325ACE49-2EB0-4C7B-9C93-532DE81968ED}" destId="{778EC296-ABF3-4F1B-B495-36252E7E9390}" srcOrd="5" destOrd="0" presId="urn:microsoft.com/office/officeart/2018/2/layout/IconCircleList"/>
    <dgm:cxn modelId="{C5528606-7E37-464B-8635-4D448A74A64D}" type="presParOf" srcId="{325ACE49-2EB0-4C7B-9C93-532DE81968ED}" destId="{2B2DE833-C9D8-488C-8A77-7501AC91DF07}" srcOrd="6" destOrd="0" presId="urn:microsoft.com/office/officeart/2018/2/layout/IconCircleList"/>
    <dgm:cxn modelId="{0EADDBD1-C913-402A-8560-4AC64FBCD1C8}" type="presParOf" srcId="{2B2DE833-C9D8-488C-8A77-7501AC91DF07}" destId="{8F2FCF5D-2338-42DB-83EB-5BAB2A6FC224}" srcOrd="0" destOrd="0" presId="urn:microsoft.com/office/officeart/2018/2/layout/IconCircleList"/>
    <dgm:cxn modelId="{EE2FF3C3-CA33-486A-8773-1FF4B45C7ACA}" type="presParOf" srcId="{2B2DE833-C9D8-488C-8A77-7501AC91DF07}" destId="{CCE15ED7-80D2-40CB-9DEB-E856FD566742}" srcOrd="1" destOrd="0" presId="urn:microsoft.com/office/officeart/2018/2/layout/IconCircleList"/>
    <dgm:cxn modelId="{8A33C094-C221-46A6-8FD2-C3998CAB589C}" type="presParOf" srcId="{2B2DE833-C9D8-488C-8A77-7501AC91DF07}" destId="{7DEB8A93-B567-476C-8E27-FDBAF41255D2}" srcOrd="2" destOrd="0" presId="urn:microsoft.com/office/officeart/2018/2/layout/IconCircleList"/>
    <dgm:cxn modelId="{5B576AE4-C24F-4C86-ADA3-5E08A5EB237E}" type="presParOf" srcId="{2B2DE833-C9D8-488C-8A77-7501AC91DF07}" destId="{A0DE5BF4-E0C2-4F9A-88A0-3A31437FFBD9}" srcOrd="3" destOrd="0" presId="urn:microsoft.com/office/officeart/2018/2/layout/IconCircleList"/>
    <dgm:cxn modelId="{57593F4A-1ABC-4295-B15D-8A4A33C723DF}" type="presParOf" srcId="{325ACE49-2EB0-4C7B-9C93-532DE81968ED}" destId="{C27B90C8-33DA-4FA4-9743-E38DFF6928DF}" srcOrd="7" destOrd="0" presId="urn:microsoft.com/office/officeart/2018/2/layout/IconCircleList"/>
    <dgm:cxn modelId="{1195385A-5D53-432E-9674-FAA709B70F3D}" type="presParOf" srcId="{325ACE49-2EB0-4C7B-9C93-532DE81968ED}" destId="{7B1935A3-49B6-44DC-A9DF-ABA8481B1EBC}" srcOrd="8" destOrd="0" presId="urn:microsoft.com/office/officeart/2018/2/layout/IconCircleList"/>
    <dgm:cxn modelId="{C39BB271-AA2C-4B50-B696-450F502F5605}" type="presParOf" srcId="{7B1935A3-49B6-44DC-A9DF-ABA8481B1EBC}" destId="{29DDCB2A-AEA1-459F-B0FB-904627869560}" srcOrd="0" destOrd="0" presId="urn:microsoft.com/office/officeart/2018/2/layout/IconCircleList"/>
    <dgm:cxn modelId="{9F9EB7DA-960B-45B4-86D9-F806AE45203C}" type="presParOf" srcId="{7B1935A3-49B6-44DC-A9DF-ABA8481B1EBC}" destId="{BEED57E4-9FFD-46A2-A5B5-05613E78F695}" srcOrd="1" destOrd="0" presId="urn:microsoft.com/office/officeart/2018/2/layout/IconCircleList"/>
    <dgm:cxn modelId="{D0327A11-BECE-4296-877D-AAD4B804AAE2}" type="presParOf" srcId="{7B1935A3-49B6-44DC-A9DF-ABA8481B1EBC}" destId="{F519ADED-008C-4749-B69B-A1CED89B7AAC}" srcOrd="2" destOrd="0" presId="urn:microsoft.com/office/officeart/2018/2/layout/IconCircleList"/>
    <dgm:cxn modelId="{ADAD2319-3778-4E7A-B179-4DB2B6D1B98C}" type="presParOf" srcId="{7B1935A3-49B6-44DC-A9DF-ABA8481B1EBC}" destId="{D2CA9D77-B95E-4075-A0D8-4EDDAA843E9D}" srcOrd="3" destOrd="0" presId="urn:microsoft.com/office/officeart/2018/2/layout/IconCircleList"/>
    <dgm:cxn modelId="{DC12BDF3-898C-42FB-9C37-0F4E5A34D600}" type="presParOf" srcId="{325ACE49-2EB0-4C7B-9C93-532DE81968ED}" destId="{5BC103FB-133F-4496-A11D-EAD9A57E249C}" srcOrd="9" destOrd="0" presId="urn:microsoft.com/office/officeart/2018/2/layout/IconCircleList"/>
    <dgm:cxn modelId="{322053F6-7DE5-42A0-B54D-EB922477E1CA}" type="presParOf" srcId="{325ACE49-2EB0-4C7B-9C93-532DE81968ED}" destId="{6C3F8D5A-8D82-4290-BB60-2F640CC51660}" srcOrd="10" destOrd="0" presId="urn:microsoft.com/office/officeart/2018/2/layout/IconCircleList"/>
    <dgm:cxn modelId="{1ED6D06A-0238-4C32-8BF7-DF669B70667F}" type="presParOf" srcId="{6C3F8D5A-8D82-4290-BB60-2F640CC51660}" destId="{C2D2222E-A328-459F-AB4C-1B69A6C11B4E}" srcOrd="0" destOrd="0" presId="urn:microsoft.com/office/officeart/2018/2/layout/IconCircleList"/>
    <dgm:cxn modelId="{9BC1338A-470D-4AC7-8B10-7367E5312E80}" type="presParOf" srcId="{6C3F8D5A-8D82-4290-BB60-2F640CC51660}" destId="{5B6DAD1E-33A8-480F-B3EE-DBA437914007}" srcOrd="1" destOrd="0" presId="urn:microsoft.com/office/officeart/2018/2/layout/IconCircleList"/>
    <dgm:cxn modelId="{69E9FF88-0316-4BFA-AB41-9387D97DB73B}" type="presParOf" srcId="{6C3F8D5A-8D82-4290-BB60-2F640CC51660}" destId="{439672CB-D484-4D0E-9CB2-64CBE8A22688}" srcOrd="2" destOrd="0" presId="urn:microsoft.com/office/officeart/2018/2/layout/IconCircleList"/>
    <dgm:cxn modelId="{721B36BB-4A30-4647-83BC-42C451788608}" type="presParOf" srcId="{6C3F8D5A-8D82-4290-BB60-2F640CC51660}" destId="{C9C796CD-30B7-48B8-8A94-A089AD8CCD6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88883AF-4E29-4C1D-AD84-0C8CAD403CD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5D868DF-F08B-40D7-92A2-B0FA278457E0}">
      <dgm:prSet/>
      <dgm:spPr/>
      <dgm:t>
        <a:bodyPr/>
        <a:lstStyle/>
        <a:p>
          <a:pPr>
            <a:defRPr cap="all"/>
          </a:pPr>
          <a:r>
            <a:rPr lang="en-US"/>
            <a:t>1. Vulnerability Scanning:</a:t>
          </a:r>
        </a:p>
      </dgm:t>
    </dgm:pt>
    <dgm:pt modelId="{CBD92D43-3A3E-470D-94CB-A0B64ECD98AB}" type="parTrans" cxnId="{D976C5D7-F51D-4587-B9FD-5D85EC046162}">
      <dgm:prSet/>
      <dgm:spPr/>
      <dgm:t>
        <a:bodyPr/>
        <a:lstStyle/>
        <a:p>
          <a:endParaRPr lang="en-US"/>
        </a:p>
      </dgm:t>
    </dgm:pt>
    <dgm:pt modelId="{20FA5596-00F7-4B89-B74D-525BBD7FB934}" type="sibTrans" cxnId="{D976C5D7-F51D-4587-B9FD-5D85EC046162}">
      <dgm:prSet/>
      <dgm:spPr/>
      <dgm:t>
        <a:bodyPr/>
        <a:lstStyle/>
        <a:p>
          <a:endParaRPr lang="en-US"/>
        </a:p>
      </dgm:t>
    </dgm:pt>
    <dgm:pt modelId="{83BB5C8E-7881-4A82-8E64-5C4D6730DC59}">
      <dgm:prSet/>
      <dgm:spPr/>
      <dgm:t>
        <a:bodyPr/>
        <a:lstStyle/>
        <a:p>
          <a:pPr>
            <a:defRPr cap="all"/>
          </a:pPr>
          <a:r>
            <a:rPr lang="en-US"/>
            <a:t>- Detects devices, scans ports, displays results dynamically.</a:t>
          </a:r>
        </a:p>
      </dgm:t>
    </dgm:pt>
    <dgm:pt modelId="{AFEF8AA4-0CBF-411E-9E8C-2DE16E0361F2}" type="parTrans" cxnId="{734A7025-A041-4E87-B020-3E7C3A399AC8}">
      <dgm:prSet/>
      <dgm:spPr/>
      <dgm:t>
        <a:bodyPr/>
        <a:lstStyle/>
        <a:p>
          <a:endParaRPr lang="en-US"/>
        </a:p>
      </dgm:t>
    </dgm:pt>
    <dgm:pt modelId="{64CDCEF1-E193-4869-B8CC-6F65776EE2D2}" type="sibTrans" cxnId="{734A7025-A041-4E87-B020-3E7C3A399AC8}">
      <dgm:prSet/>
      <dgm:spPr/>
      <dgm:t>
        <a:bodyPr/>
        <a:lstStyle/>
        <a:p>
          <a:endParaRPr lang="en-US"/>
        </a:p>
      </dgm:t>
    </dgm:pt>
    <dgm:pt modelId="{3C625AA0-B91F-44E6-B0EC-DCF54C0FB4C6}">
      <dgm:prSet/>
      <dgm:spPr/>
      <dgm:t>
        <a:bodyPr/>
        <a:lstStyle/>
        <a:p>
          <a:pPr>
            <a:defRPr cap="all"/>
          </a:pPr>
          <a:r>
            <a:rPr lang="en-US"/>
            <a:t>2. Malicious URL Detection:</a:t>
          </a:r>
        </a:p>
      </dgm:t>
    </dgm:pt>
    <dgm:pt modelId="{9552975F-976E-43A4-9D1B-AE7094696C88}" type="parTrans" cxnId="{FFB3170E-EA36-4C7A-AB8D-F4D22ED33108}">
      <dgm:prSet/>
      <dgm:spPr/>
      <dgm:t>
        <a:bodyPr/>
        <a:lstStyle/>
        <a:p>
          <a:endParaRPr lang="en-US"/>
        </a:p>
      </dgm:t>
    </dgm:pt>
    <dgm:pt modelId="{7BD274CE-BF59-4DF6-813B-B81919B1934A}" type="sibTrans" cxnId="{FFB3170E-EA36-4C7A-AB8D-F4D22ED33108}">
      <dgm:prSet/>
      <dgm:spPr/>
      <dgm:t>
        <a:bodyPr/>
        <a:lstStyle/>
        <a:p>
          <a:endParaRPr lang="en-US"/>
        </a:p>
      </dgm:t>
    </dgm:pt>
    <dgm:pt modelId="{643798F6-D639-4A5F-922D-61934D933B86}">
      <dgm:prSet/>
      <dgm:spPr/>
      <dgm:t>
        <a:bodyPr/>
        <a:lstStyle/>
        <a:p>
          <a:pPr>
            <a:defRPr cap="all"/>
          </a:pPr>
          <a:r>
            <a:rPr lang="en-US"/>
            <a:t>- Analyzes QR codes or URLs for threats.</a:t>
          </a:r>
        </a:p>
      </dgm:t>
    </dgm:pt>
    <dgm:pt modelId="{024A753A-F78F-42C6-82F1-F1B57CB91111}" type="parTrans" cxnId="{D4E5851C-276A-4FDA-98A1-7CD2207FF80C}">
      <dgm:prSet/>
      <dgm:spPr/>
      <dgm:t>
        <a:bodyPr/>
        <a:lstStyle/>
        <a:p>
          <a:endParaRPr lang="en-US"/>
        </a:p>
      </dgm:t>
    </dgm:pt>
    <dgm:pt modelId="{4A31A107-FD17-4061-B4F8-136D00405222}" type="sibTrans" cxnId="{D4E5851C-276A-4FDA-98A1-7CD2207FF80C}">
      <dgm:prSet/>
      <dgm:spPr/>
      <dgm:t>
        <a:bodyPr/>
        <a:lstStyle/>
        <a:p>
          <a:endParaRPr lang="en-US"/>
        </a:p>
      </dgm:t>
    </dgm:pt>
    <dgm:pt modelId="{73D1919D-E3D8-4BD5-9069-3DA49CE85B38}">
      <dgm:prSet/>
      <dgm:spPr/>
      <dgm:t>
        <a:bodyPr/>
        <a:lstStyle/>
        <a:p>
          <a:pPr>
            <a:defRPr cap="all"/>
          </a:pPr>
          <a:r>
            <a:rPr lang="en-US"/>
            <a:t>3. Password Strength Analysis:</a:t>
          </a:r>
        </a:p>
      </dgm:t>
    </dgm:pt>
    <dgm:pt modelId="{4B4D7823-F792-43F3-821F-707C1EACDCD5}" type="parTrans" cxnId="{E4233BFC-84AC-4017-8E89-4C36DE27F851}">
      <dgm:prSet/>
      <dgm:spPr/>
      <dgm:t>
        <a:bodyPr/>
        <a:lstStyle/>
        <a:p>
          <a:endParaRPr lang="en-US"/>
        </a:p>
      </dgm:t>
    </dgm:pt>
    <dgm:pt modelId="{69714E1B-1F15-4BA7-9E47-2C325C577889}" type="sibTrans" cxnId="{E4233BFC-84AC-4017-8E89-4C36DE27F851}">
      <dgm:prSet/>
      <dgm:spPr/>
      <dgm:t>
        <a:bodyPr/>
        <a:lstStyle/>
        <a:p>
          <a:endParaRPr lang="en-US"/>
        </a:p>
      </dgm:t>
    </dgm:pt>
    <dgm:pt modelId="{1E222391-404F-4F51-86E1-1EFBCE6EF8D8}">
      <dgm:prSet/>
      <dgm:spPr/>
      <dgm:t>
        <a:bodyPr/>
        <a:lstStyle/>
        <a:p>
          <a:pPr>
            <a:defRPr cap="all"/>
          </a:pPr>
          <a:r>
            <a:rPr lang="en-US"/>
            <a:t>- Evaluates strength and displays suggestions.</a:t>
          </a:r>
        </a:p>
      </dgm:t>
    </dgm:pt>
    <dgm:pt modelId="{6ED0DF3F-EA58-467B-BCFF-04CD2BA8EA58}" type="parTrans" cxnId="{19FB4E2D-3577-4948-A8AF-D9BF4723C939}">
      <dgm:prSet/>
      <dgm:spPr/>
      <dgm:t>
        <a:bodyPr/>
        <a:lstStyle/>
        <a:p>
          <a:endParaRPr lang="en-US"/>
        </a:p>
      </dgm:t>
    </dgm:pt>
    <dgm:pt modelId="{E8A01B44-81B0-46ED-849F-302E64FD5C99}" type="sibTrans" cxnId="{19FB4E2D-3577-4948-A8AF-D9BF4723C939}">
      <dgm:prSet/>
      <dgm:spPr/>
      <dgm:t>
        <a:bodyPr/>
        <a:lstStyle/>
        <a:p>
          <a:endParaRPr lang="en-US"/>
        </a:p>
      </dgm:t>
    </dgm:pt>
    <dgm:pt modelId="{71793839-AA4E-42AB-85FA-6C89FF2BD409}" type="pres">
      <dgm:prSet presAssocID="{488883AF-4E29-4C1D-AD84-0C8CAD403CDF}" presName="root" presStyleCnt="0">
        <dgm:presLayoutVars>
          <dgm:dir/>
          <dgm:resizeHandles val="exact"/>
        </dgm:presLayoutVars>
      </dgm:prSet>
      <dgm:spPr/>
    </dgm:pt>
    <dgm:pt modelId="{016A62B3-D875-462C-84D7-AE730CCDCD63}" type="pres">
      <dgm:prSet presAssocID="{A5D868DF-F08B-40D7-92A2-B0FA278457E0}" presName="compNode" presStyleCnt="0"/>
      <dgm:spPr/>
    </dgm:pt>
    <dgm:pt modelId="{E50B29F9-7ECB-4FEA-B2F1-9580CC71C1FD}" type="pres">
      <dgm:prSet presAssocID="{A5D868DF-F08B-40D7-92A2-B0FA278457E0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0DC79D4-E2BE-4923-BBD9-813BA511E67E}" type="pres">
      <dgm:prSet presAssocID="{A5D868DF-F08B-40D7-92A2-B0FA278457E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487CB23A-D3B0-4A7E-9CBB-A8CA373C9099}" type="pres">
      <dgm:prSet presAssocID="{A5D868DF-F08B-40D7-92A2-B0FA278457E0}" presName="spaceRect" presStyleCnt="0"/>
      <dgm:spPr/>
    </dgm:pt>
    <dgm:pt modelId="{B3DA36BD-A340-4941-9500-B3CFCDDD5EEE}" type="pres">
      <dgm:prSet presAssocID="{A5D868DF-F08B-40D7-92A2-B0FA278457E0}" presName="textRect" presStyleLbl="revTx" presStyleIdx="0" presStyleCnt="6">
        <dgm:presLayoutVars>
          <dgm:chMax val="1"/>
          <dgm:chPref val="1"/>
        </dgm:presLayoutVars>
      </dgm:prSet>
      <dgm:spPr/>
    </dgm:pt>
    <dgm:pt modelId="{331AB464-42BA-47B9-BA17-333A2BAB2E25}" type="pres">
      <dgm:prSet presAssocID="{20FA5596-00F7-4B89-B74D-525BBD7FB934}" presName="sibTrans" presStyleCnt="0"/>
      <dgm:spPr/>
    </dgm:pt>
    <dgm:pt modelId="{156A182D-F737-4182-A2BD-F5DF382F81B2}" type="pres">
      <dgm:prSet presAssocID="{83BB5C8E-7881-4A82-8E64-5C4D6730DC59}" presName="compNode" presStyleCnt="0"/>
      <dgm:spPr/>
    </dgm:pt>
    <dgm:pt modelId="{D02FE8DF-750F-4083-8397-01C2395F88CF}" type="pres">
      <dgm:prSet presAssocID="{83BB5C8E-7881-4A82-8E64-5C4D6730DC59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F4766708-4963-4AF1-B174-5079F1E3ACEA}" type="pres">
      <dgm:prSet presAssocID="{83BB5C8E-7881-4A82-8E64-5C4D6730DC5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2BA34089-FF76-4E25-91D3-9007A9A0B2D0}" type="pres">
      <dgm:prSet presAssocID="{83BB5C8E-7881-4A82-8E64-5C4D6730DC59}" presName="spaceRect" presStyleCnt="0"/>
      <dgm:spPr/>
    </dgm:pt>
    <dgm:pt modelId="{6169D8AF-BD64-4FFC-9121-8D19E232D07F}" type="pres">
      <dgm:prSet presAssocID="{83BB5C8E-7881-4A82-8E64-5C4D6730DC59}" presName="textRect" presStyleLbl="revTx" presStyleIdx="1" presStyleCnt="6">
        <dgm:presLayoutVars>
          <dgm:chMax val="1"/>
          <dgm:chPref val="1"/>
        </dgm:presLayoutVars>
      </dgm:prSet>
      <dgm:spPr/>
    </dgm:pt>
    <dgm:pt modelId="{D6764F4C-36CA-44C4-A872-2A2EF2F6A8F1}" type="pres">
      <dgm:prSet presAssocID="{64CDCEF1-E193-4869-B8CC-6F65776EE2D2}" presName="sibTrans" presStyleCnt="0"/>
      <dgm:spPr/>
    </dgm:pt>
    <dgm:pt modelId="{785BB9C0-D00C-4339-AB93-C61D5B38F03B}" type="pres">
      <dgm:prSet presAssocID="{3C625AA0-B91F-44E6-B0EC-DCF54C0FB4C6}" presName="compNode" presStyleCnt="0"/>
      <dgm:spPr/>
    </dgm:pt>
    <dgm:pt modelId="{A2938701-C51F-4606-AF0E-0E0E3717BF76}" type="pres">
      <dgm:prSet presAssocID="{3C625AA0-B91F-44E6-B0EC-DCF54C0FB4C6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3A5C5B4A-92AE-43EE-A607-6BAB6164F11A}" type="pres">
      <dgm:prSet presAssocID="{3C625AA0-B91F-44E6-B0EC-DCF54C0FB4C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bweb"/>
        </a:ext>
      </dgm:extLst>
    </dgm:pt>
    <dgm:pt modelId="{AC4B53E1-53E2-4C15-8CD0-7BD319494A4E}" type="pres">
      <dgm:prSet presAssocID="{3C625AA0-B91F-44E6-B0EC-DCF54C0FB4C6}" presName="spaceRect" presStyleCnt="0"/>
      <dgm:spPr/>
    </dgm:pt>
    <dgm:pt modelId="{965170FB-FEEE-4F34-A03E-B21B196D4C7A}" type="pres">
      <dgm:prSet presAssocID="{3C625AA0-B91F-44E6-B0EC-DCF54C0FB4C6}" presName="textRect" presStyleLbl="revTx" presStyleIdx="2" presStyleCnt="6">
        <dgm:presLayoutVars>
          <dgm:chMax val="1"/>
          <dgm:chPref val="1"/>
        </dgm:presLayoutVars>
      </dgm:prSet>
      <dgm:spPr/>
    </dgm:pt>
    <dgm:pt modelId="{9E4558B1-2A68-4BFF-997E-DEA3039159F2}" type="pres">
      <dgm:prSet presAssocID="{7BD274CE-BF59-4DF6-813B-B81919B1934A}" presName="sibTrans" presStyleCnt="0"/>
      <dgm:spPr/>
    </dgm:pt>
    <dgm:pt modelId="{1C498A8E-ED38-476E-967F-03A594027BCA}" type="pres">
      <dgm:prSet presAssocID="{643798F6-D639-4A5F-922D-61934D933B86}" presName="compNode" presStyleCnt="0"/>
      <dgm:spPr/>
    </dgm:pt>
    <dgm:pt modelId="{E1B1E940-B0A0-4946-81E4-000EE5AC2BD2}" type="pres">
      <dgm:prSet presAssocID="{643798F6-D639-4A5F-922D-61934D933B86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6BAC70E0-B218-4D57-89BE-95DDB2B6C876}" type="pres">
      <dgm:prSet presAssocID="{643798F6-D639-4A5F-922D-61934D933B8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33DB6FC2-0EDA-4FC9-8F3E-EB2C9B57209C}" type="pres">
      <dgm:prSet presAssocID="{643798F6-D639-4A5F-922D-61934D933B86}" presName="spaceRect" presStyleCnt="0"/>
      <dgm:spPr/>
    </dgm:pt>
    <dgm:pt modelId="{99390713-E1DF-4AB1-8A40-949588534735}" type="pres">
      <dgm:prSet presAssocID="{643798F6-D639-4A5F-922D-61934D933B86}" presName="textRect" presStyleLbl="revTx" presStyleIdx="3" presStyleCnt="6">
        <dgm:presLayoutVars>
          <dgm:chMax val="1"/>
          <dgm:chPref val="1"/>
        </dgm:presLayoutVars>
      </dgm:prSet>
      <dgm:spPr/>
    </dgm:pt>
    <dgm:pt modelId="{05889567-1035-4914-B43C-5D3086AD345F}" type="pres">
      <dgm:prSet presAssocID="{4A31A107-FD17-4061-B4F8-136D00405222}" presName="sibTrans" presStyleCnt="0"/>
      <dgm:spPr/>
    </dgm:pt>
    <dgm:pt modelId="{88B8C425-8121-4FAD-8E84-D4B2833AD2CB}" type="pres">
      <dgm:prSet presAssocID="{73D1919D-E3D8-4BD5-9069-3DA49CE85B38}" presName="compNode" presStyleCnt="0"/>
      <dgm:spPr/>
    </dgm:pt>
    <dgm:pt modelId="{F9B9AA90-C2B2-47FB-BCE1-42DD5540BCDA}" type="pres">
      <dgm:prSet presAssocID="{73D1919D-E3D8-4BD5-9069-3DA49CE85B38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CAF404C1-C47E-4E32-8DA8-823BBB75289A}" type="pres">
      <dgm:prSet presAssocID="{73D1919D-E3D8-4BD5-9069-3DA49CE85B3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96CE725-A147-4B5D-905F-7E287894F951}" type="pres">
      <dgm:prSet presAssocID="{73D1919D-E3D8-4BD5-9069-3DA49CE85B38}" presName="spaceRect" presStyleCnt="0"/>
      <dgm:spPr/>
    </dgm:pt>
    <dgm:pt modelId="{824530E6-4F09-4224-83FE-4F056FCCCDE0}" type="pres">
      <dgm:prSet presAssocID="{73D1919D-E3D8-4BD5-9069-3DA49CE85B38}" presName="textRect" presStyleLbl="revTx" presStyleIdx="4" presStyleCnt="6">
        <dgm:presLayoutVars>
          <dgm:chMax val="1"/>
          <dgm:chPref val="1"/>
        </dgm:presLayoutVars>
      </dgm:prSet>
      <dgm:spPr/>
    </dgm:pt>
    <dgm:pt modelId="{EC371FD1-2CAA-410C-8FD3-3390F9375769}" type="pres">
      <dgm:prSet presAssocID="{69714E1B-1F15-4BA7-9E47-2C325C577889}" presName="sibTrans" presStyleCnt="0"/>
      <dgm:spPr/>
    </dgm:pt>
    <dgm:pt modelId="{44A7AD01-7239-484E-A5DB-0BD513B38ABD}" type="pres">
      <dgm:prSet presAssocID="{1E222391-404F-4F51-86E1-1EFBCE6EF8D8}" presName="compNode" presStyleCnt="0"/>
      <dgm:spPr/>
    </dgm:pt>
    <dgm:pt modelId="{86E2EF2C-1E46-4696-AFA7-05A86FC3E760}" type="pres">
      <dgm:prSet presAssocID="{1E222391-404F-4F51-86E1-1EFBCE6EF8D8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95F391F0-997C-4341-BE69-AC888CD987E2}" type="pres">
      <dgm:prSet presAssocID="{1E222391-404F-4F51-86E1-1EFBCE6EF8D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4C5C81F5-752A-4E31-85A4-78DCAD630601}" type="pres">
      <dgm:prSet presAssocID="{1E222391-404F-4F51-86E1-1EFBCE6EF8D8}" presName="spaceRect" presStyleCnt="0"/>
      <dgm:spPr/>
    </dgm:pt>
    <dgm:pt modelId="{39CBEB94-F3E3-46A6-8417-5759C0113908}" type="pres">
      <dgm:prSet presAssocID="{1E222391-404F-4F51-86E1-1EFBCE6EF8D8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FB3170E-EA36-4C7A-AB8D-F4D22ED33108}" srcId="{488883AF-4E29-4C1D-AD84-0C8CAD403CDF}" destId="{3C625AA0-B91F-44E6-B0EC-DCF54C0FB4C6}" srcOrd="2" destOrd="0" parTransId="{9552975F-976E-43A4-9D1B-AE7094696C88}" sibTransId="{7BD274CE-BF59-4DF6-813B-B81919B1934A}"/>
    <dgm:cxn modelId="{C77A9718-0F19-4B6E-AC43-A19217B5F15E}" type="presOf" srcId="{1E222391-404F-4F51-86E1-1EFBCE6EF8D8}" destId="{39CBEB94-F3E3-46A6-8417-5759C0113908}" srcOrd="0" destOrd="0" presId="urn:microsoft.com/office/officeart/2018/5/layout/IconLeafLabelList"/>
    <dgm:cxn modelId="{D4E5851C-276A-4FDA-98A1-7CD2207FF80C}" srcId="{488883AF-4E29-4C1D-AD84-0C8CAD403CDF}" destId="{643798F6-D639-4A5F-922D-61934D933B86}" srcOrd="3" destOrd="0" parTransId="{024A753A-F78F-42C6-82F1-F1B57CB91111}" sibTransId="{4A31A107-FD17-4061-B4F8-136D00405222}"/>
    <dgm:cxn modelId="{AFD3691D-CD05-4316-855B-026BA0415B1C}" type="presOf" srcId="{643798F6-D639-4A5F-922D-61934D933B86}" destId="{99390713-E1DF-4AB1-8A40-949588534735}" srcOrd="0" destOrd="0" presId="urn:microsoft.com/office/officeart/2018/5/layout/IconLeafLabelList"/>
    <dgm:cxn modelId="{734A7025-A041-4E87-B020-3E7C3A399AC8}" srcId="{488883AF-4E29-4C1D-AD84-0C8CAD403CDF}" destId="{83BB5C8E-7881-4A82-8E64-5C4D6730DC59}" srcOrd="1" destOrd="0" parTransId="{AFEF8AA4-0CBF-411E-9E8C-2DE16E0361F2}" sibTransId="{64CDCEF1-E193-4869-B8CC-6F65776EE2D2}"/>
    <dgm:cxn modelId="{19FB4E2D-3577-4948-A8AF-D9BF4723C939}" srcId="{488883AF-4E29-4C1D-AD84-0C8CAD403CDF}" destId="{1E222391-404F-4F51-86E1-1EFBCE6EF8D8}" srcOrd="5" destOrd="0" parTransId="{6ED0DF3F-EA58-467B-BCFF-04CD2BA8EA58}" sibTransId="{E8A01B44-81B0-46ED-849F-302E64FD5C99}"/>
    <dgm:cxn modelId="{77046133-5ADA-4575-A9C3-06966B5C3A98}" type="presOf" srcId="{3C625AA0-B91F-44E6-B0EC-DCF54C0FB4C6}" destId="{965170FB-FEEE-4F34-A03E-B21B196D4C7A}" srcOrd="0" destOrd="0" presId="urn:microsoft.com/office/officeart/2018/5/layout/IconLeafLabelList"/>
    <dgm:cxn modelId="{BE6CDD4A-B5DB-44C9-B4ED-5D38DF918F94}" type="presOf" srcId="{A5D868DF-F08B-40D7-92A2-B0FA278457E0}" destId="{B3DA36BD-A340-4941-9500-B3CFCDDD5EEE}" srcOrd="0" destOrd="0" presId="urn:microsoft.com/office/officeart/2018/5/layout/IconLeafLabelList"/>
    <dgm:cxn modelId="{093E24BF-901D-4885-89B3-31C728FDFF12}" type="presOf" srcId="{73D1919D-E3D8-4BD5-9069-3DA49CE85B38}" destId="{824530E6-4F09-4224-83FE-4F056FCCCDE0}" srcOrd="0" destOrd="0" presId="urn:microsoft.com/office/officeart/2018/5/layout/IconLeafLabelList"/>
    <dgm:cxn modelId="{8D82C0C3-41F0-451A-887D-799511248F45}" type="presOf" srcId="{83BB5C8E-7881-4A82-8E64-5C4D6730DC59}" destId="{6169D8AF-BD64-4FFC-9121-8D19E232D07F}" srcOrd="0" destOrd="0" presId="urn:microsoft.com/office/officeart/2018/5/layout/IconLeafLabelList"/>
    <dgm:cxn modelId="{D976C5D7-F51D-4587-B9FD-5D85EC046162}" srcId="{488883AF-4E29-4C1D-AD84-0C8CAD403CDF}" destId="{A5D868DF-F08B-40D7-92A2-B0FA278457E0}" srcOrd="0" destOrd="0" parTransId="{CBD92D43-3A3E-470D-94CB-A0B64ECD98AB}" sibTransId="{20FA5596-00F7-4B89-B74D-525BBD7FB934}"/>
    <dgm:cxn modelId="{EAC88DF1-58C9-47CD-9AC1-3B3C68D18530}" type="presOf" srcId="{488883AF-4E29-4C1D-AD84-0C8CAD403CDF}" destId="{71793839-AA4E-42AB-85FA-6C89FF2BD409}" srcOrd="0" destOrd="0" presId="urn:microsoft.com/office/officeart/2018/5/layout/IconLeafLabelList"/>
    <dgm:cxn modelId="{E4233BFC-84AC-4017-8E89-4C36DE27F851}" srcId="{488883AF-4E29-4C1D-AD84-0C8CAD403CDF}" destId="{73D1919D-E3D8-4BD5-9069-3DA49CE85B38}" srcOrd="4" destOrd="0" parTransId="{4B4D7823-F792-43F3-821F-707C1EACDCD5}" sibTransId="{69714E1B-1F15-4BA7-9E47-2C325C577889}"/>
    <dgm:cxn modelId="{8B69A3EE-3529-419A-87FA-0FEBCCB36058}" type="presParOf" srcId="{71793839-AA4E-42AB-85FA-6C89FF2BD409}" destId="{016A62B3-D875-462C-84D7-AE730CCDCD63}" srcOrd="0" destOrd="0" presId="urn:microsoft.com/office/officeart/2018/5/layout/IconLeafLabelList"/>
    <dgm:cxn modelId="{53CDB447-A73C-4E88-92D2-93065CF12B86}" type="presParOf" srcId="{016A62B3-D875-462C-84D7-AE730CCDCD63}" destId="{E50B29F9-7ECB-4FEA-B2F1-9580CC71C1FD}" srcOrd="0" destOrd="0" presId="urn:microsoft.com/office/officeart/2018/5/layout/IconLeafLabelList"/>
    <dgm:cxn modelId="{5B7A95F8-71DB-4AC2-81BA-4285E897A79B}" type="presParOf" srcId="{016A62B3-D875-462C-84D7-AE730CCDCD63}" destId="{A0DC79D4-E2BE-4923-BBD9-813BA511E67E}" srcOrd="1" destOrd="0" presId="urn:microsoft.com/office/officeart/2018/5/layout/IconLeafLabelList"/>
    <dgm:cxn modelId="{8D6A25A8-A792-4E3E-9D07-B8A1D738345B}" type="presParOf" srcId="{016A62B3-D875-462C-84D7-AE730CCDCD63}" destId="{487CB23A-D3B0-4A7E-9CBB-A8CA373C9099}" srcOrd="2" destOrd="0" presId="urn:microsoft.com/office/officeart/2018/5/layout/IconLeafLabelList"/>
    <dgm:cxn modelId="{F4C6150B-7C55-4C4B-BA93-D5337F691C9D}" type="presParOf" srcId="{016A62B3-D875-462C-84D7-AE730CCDCD63}" destId="{B3DA36BD-A340-4941-9500-B3CFCDDD5EEE}" srcOrd="3" destOrd="0" presId="urn:microsoft.com/office/officeart/2018/5/layout/IconLeafLabelList"/>
    <dgm:cxn modelId="{9D9290FF-B46F-4A40-970E-F5A0B41028F0}" type="presParOf" srcId="{71793839-AA4E-42AB-85FA-6C89FF2BD409}" destId="{331AB464-42BA-47B9-BA17-333A2BAB2E25}" srcOrd="1" destOrd="0" presId="urn:microsoft.com/office/officeart/2018/5/layout/IconLeafLabelList"/>
    <dgm:cxn modelId="{94190BF2-6DDF-448E-992A-10A6C8F3E485}" type="presParOf" srcId="{71793839-AA4E-42AB-85FA-6C89FF2BD409}" destId="{156A182D-F737-4182-A2BD-F5DF382F81B2}" srcOrd="2" destOrd="0" presId="urn:microsoft.com/office/officeart/2018/5/layout/IconLeafLabelList"/>
    <dgm:cxn modelId="{6E73BAB0-E307-42C9-86DC-42F2B6C2FB57}" type="presParOf" srcId="{156A182D-F737-4182-A2BD-F5DF382F81B2}" destId="{D02FE8DF-750F-4083-8397-01C2395F88CF}" srcOrd="0" destOrd="0" presId="urn:microsoft.com/office/officeart/2018/5/layout/IconLeafLabelList"/>
    <dgm:cxn modelId="{D9A5BFF1-5CE3-43B1-AACC-EDF7567E704C}" type="presParOf" srcId="{156A182D-F737-4182-A2BD-F5DF382F81B2}" destId="{F4766708-4963-4AF1-B174-5079F1E3ACEA}" srcOrd="1" destOrd="0" presId="urn:microsoft.com/office/officeart/2018/5/layout/IconLeafLabelList"/>
    <dgm:cxn modelId="{459D53B8-D6ED-4F77-B2C8-EF82F70DA2C2}" type="presParOf" srcId="{156A182D-F737-4182-A2BD-F5DF382F81B2}" destId="{2BA34089-FF76-4E25-91D3-9007A9A0B2D0}" srcOrd="2" destOrd="0" presId="urn:microsoft.com/office/officeart/2018/5/layout/IconLeafLabelList"/>
    <dgm:cxn modelId="{88C82DE2-75F4-446A-854E-309203413883}" type="presParOf" srcId="{156A182D-F737-4182-A2BD-F5DF382F81B2}" destId="{6169D8AF-BD64-4FFC-9121-8D19E232D07F}" srcOrd="3" destOrd="0" presId="urn:microsoft.com/office/officeart/2018/5/layout/IconLeafLabelList"/>
    <dgm:cxn modelId="{9AE36B3D-036F-4C90-98D2-02108239C59B}" type="presParOf" srcId="{71793839-AA4E-42AB-85FA-6C89FF2BD409}" destId="{D6764F4C-36CA-44C4-A872-2A2EF2F6A8F1}" srcOrd="3" destOrd="0" presId="urn:microsoft.com/office/officeart/2018/5/layout/IconLeafLabelList"/>
    <dgm:cxn modelId="{A067D57F-29C0-48BD-99D6-F5CACBC67741}" type="presParOf" srcId="{71793839-AA4E-42AB-85FA-6C89FF2BD409}" destId="{785BB9C0-D00C-4339-AB93-C61D5B38F03B}" srcOrd="4" destOrd="0" presId="urn:microsoft.com/office/officeart/2018/5/layout/IconLeafLabelList"/>
    <dgm:cxn modelId="{B5B9B55E-C1A0-4D5A-9E6E-537F1C28827F}" type="presParOf" srcId="{785BB9C0-D00C-4339-AB93-C61D5B38F03B}" destId="{A2938701-C51F-4606-AF0E-0E0E3717BF76}" srcOrd="0" destOrd="0" presId="urn:microsoft.com/office/officeart/2018/5/layout/IconLeafLabelList"/>
    <dgm:cxn modelId="{097D5B6D-2547-4872-9512-3540BD1AADB8}" type="presParOf" srcId="{785BB9C0-D00C-4339-AB93-C61D5B38F03B}" destId="{3A5C5B4A-92AE-43EE-A607-6BAB6164F11A}" srcOrd="1" destOrd="0" presId="urn:microsoft.com/office/officeart/2018/5/layout/IconLeafLabelList"/>
    <dgm:cxn modelId="{A577F781-7156-4AEF-AAF5-DAE61BCC90F9}" type="presParOf" srcId="{785BB9C0-D00C-4339-AB93-C61D5B38F03B}" destId="{AC4B53E1-53E2-4C15-8CD0-7BD319494A4E}" srcOrd="2" destOrd="0" presId="urn:microsoft.com/office/officeart/2018/5/layout/IconLeafLabelList"/>
    <dgm:cxn modelId="{E7C3E593-8C2F-487E-8306-56DC3546C211}" type="presParOf" srcId="{785BB9C0-D00C-4339-AB93-C61D5B38F03B}" destId="{965170FB-FEEE-4F34-A03E-B21B196D4C7A}" srcOrd="3" destOrd="0" presId="urn:microsoft.com/office/officeart/2018/5/layout/IconLeafLabelList"/>
    <dgm:cxn modelId="{19A40181-1D26-4FC4-915A-A660626CB3EF}" type="presParOf" srcId="{71793839-AA4E-42AB-85FA-6C89FF2BD409}" destId="{9E4558B1-2A68-4BFF-997E-DEA3039159F2}" srcOrd="5" destOrd="0" presId="urn:microsoft.com/office/officeart/2018/5/layout/IconLeafLabelList"/>
    <dgm:cxn modelId="{9781F83B-1E69-4898-B92A-5C5CA796DDFD}" type="presParOf" srcId="{71793839-AA4E-42AB-85FA-6C89FF2BD409}" destId="{1C498A8E-ED38-476E-967F-03A594027BCA}" srcOrd="6" destOrd="0" presId="urn:microsoft.com/office/officeart/2018/5/layout/IconLeafLabelList"/>
    <dgm:cxn modelId="{F6F58F4C-99ED-4DD2-9134-C31B61E9BCF9}" type="presParOf" srcId="{1C498A8E-ED38-476E-967F-03A594027BCA}" destId="{E1B1E940-B0A0-4946-81E4-000EE5AC2BD2}" srcOrd="0" destOrd="0" presId="urn:microsoft.com/office/officeart/2018/5/layout/IconLeafLabelList"/>
    <dgm:cxn modelId="{6192C925-9A74-4A09-9657-58422F430D3D}" type="presParOf" srcId="{1C498A8E-ED38-476E-967F-03A594027BCA}" destId="{6BAC70E0-B218-4D57-89BE-95DDB2B6C876}" srcOrd="1" destOrd="0" presId="urn:microsoft.com/office/officeart/2018/5/layout/IconLeafLabelList"/>
    <dgm:cxn modelId="{3F4FF192-6902-4D57-BEDE-3B2539CC4E08}" type="presParOf" srcId="{1C498A8E-ED38-476E-967F-03A594027BCA}" destId="{33DB6FC2-0EDA-4FC9-8F3E-EB2C9B57209C}" srcOrd="2" destOrd="0" presId="urn:microsoft.com/office/officeart/2018/5/layout/IconLeafLabelList"/>
    <dgm:cxn modelId="{AB49F73E-42BF-4BD1-A91A-E2E1EB7DDD8C}" type="presParOf" srcId="{1C498A8E-ED38-476E-967F-03A594027BCA}" destId="{99390713-E1DF-4AB1-8A40-949588534735}" srcOrd="3" destOrd="0" presId="urn:microsoft.com/office/officeart/2018/5/layout/IconLeafLabelList"/>
    <dgm:cxn modelId="{1EE3B9CC-5747-4F69-8F3B-478AB390D65B}" type="presParOf" srcId="{71793839-AA4E-42AB-85FA-6C89FF2BD409}" destId="{05889567-1035-4914-B43C-5D3086AD345F}" srcOrd="7" destOrd="0" presId="urn:microsoft.com/office/officeart/2018/5/layout/IconLeafLabelList"/>
    <dgm:cxn modelId="{C59AC858-85AD-4A0E-A8C1-001406D3FC28}" type="presParOf" srcId="{71793839-AA4E-42AB-85FA-6C89FF2BD409}" destId="{88B8C425-8121-4FAD-8E84-D4B2833AD2CB}" srcOrd="8" destOrd="0" presId="urn:microsoft.com/office/officeart/2018/5/layout/IconLeafLabelList"/>
    <dgm:cxn modelId="{FA187932-D09E-4469-9534-AC8D88F2AF86}" type="presParOf" srcId="{88B8C425-8121-4FAD-8E84-D4B2833AD2CB}" destId="{F9B9AA90-C2B2-47FB-BCE1-42DD5540BCDA}" srcOrd="0" destOrd="0" presId="urn:microsoft.com/office/officeart/2018/5/layout/IconLeafLabelList"/>
    <dgm:cxn modelId="{63EE75B3-58E0-4F2B-97BC-84F693D5F57B}" type="presParOf" srcId="{88B8C425-8121-4FAD-8E84-D4B2833AD2CB}" destId="{CAF404C1-C47E-4E32-8DA8-823BBB75289A}" srcOrd="1" destOrd="0" presId="urn:microsoft.com/office/officeart/2018/5/layout/IconLeafLabelList"/>
    <dgm:cxn modelId="{0A88885E-EAC8-4BD9-83F0-AA83FCF4D7DC}" type="presParOf" srcId="{88B8C425-8121-4FAD-8E84-D4B2833AD2CB}" destId="{196CE725-A147-4B5D-905F-7E287894F951}" srcOrd="2" destOrd="0" presId="urn:microsoft.com/office/officeart/2018/5/layout/IconLeafLabelList"/>
    <dgm:cxn modelId="{7BF5B1E6-71D9-4340-B7E3-EF16C5F80E04}" type="presParOf" srcId="{88B8C425-8121-4FAD-8E84-D4B2833AD2CB}" destId="{824530E6-4F09-4224-83FE-4F056FCCCDE0}" srcOrd="3" destOrd="0" presId="urn:microsoft.com/office/officeart/2018/5/layout/IconLeafLabelList"/>
    <dgm:cxn modelId="{ADD05CD6-9809-439A-97B4-44B0CCAACA57}" type="presParOf" srcId="{71793839-AA4E-42AB-85FA-6C89FF2BD409}" destId="{EC371FD1-2CAA-410C-8FD3-3390F9375769}" srcOrd="9" destOrd="0" presId="urn:microsoft.com/office/officeart/2018/5/layout/IconLeafLabelList"/>
    <dgm:cxn modelId="{A4BB5C55-7BFD-4DF5-80B3-023C5E87A229}" type="presParOf" srcId="{71793839-AA4E-42AB-85FA-6C89FF2BD409}" destId="{44A7AD01-7239-484E-A5DB-0BD513B38ABD}" srcOrd="10" destOrd="0" presId="urn:microsoft.com/office/officeart/2018/5/layout/IconLeafLabelList"/>
    <dgm:cxn modelId="{937CE5B9-CF9E-4AD1-A3CC-5AB87693BF48}" type="presParOf" srcId="{44A7AD01-7239-484E-A5DB-0BD513B38ABD}" destId="{86E2EF2C-1E46-4696-AFA7-05A86FC3E760}" srcOrd="0" destOrd="0" presId="urn:microsoft.com/office/officeart/2018/5/layout/IconLeafLabelList"/>
    <dgm:cxn modelId="{ABDFB906-1812-4B07-9235-EE12E401F9B4}" type="presParOf" srcId="{44A7AD01-7239-484E-A5DB-0BD513B38ABD}" destId="{95F391F0-997C-4341-BE69-AC888CD987E2}" srcOrd="1" destOrd="0" presId="urn:microsoft.com/office/officeart/2018/5/layout/IconLeafLabelList"/>
    <dgm:cxn modelId="{1C3964F1-B6B1-4F5C-9199-2DBD17941350}" type="presParOf" srcId="{44A7AD01-7239-484E-A5DB-0BD513B38ABD}" destId="{4C5C81F5-752A-4E31-85A4-78DCAD630601}" srcOrd="2" destOrd="0" presId="urn:microsoft.com/office/officeart/2018/5/layout/IconLeafLabelList"/>
    <dgm:cxn modelId="{25202E60-07BA-434D-A60A-E1551402EA8F}" type="presParOf" srcId="{44A7AD01-7239-484E-A5DB-0BD513B38ABD}" destId="{39CBEB94-F3E3-46A6-8417-5759C011390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70A76C3-087A-4CF7-A622-092F92C1929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02286A-C0C6-4994-81C4-8961A15367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Real-Time Feedback:</a:t>
          </a:r>
        </a:p>
      </dgm:t>
    </dgm:pt>
    <dgm:pt modelId="{1822BAEE-131E-4C0A-BC5F-904AF6960FBE}" type="parTrans" cxnId="{5DDF10E1-390F-44E5-A781-D715F9DAD7E4}">
      <dgm:prSet/>
      <dgm:spPr/>
      <dgm:t>
        <a:bodyPr/>
        <a:lstStyle/>
        <a:p>
          <a:endParaRPr lang="en-US"/>
        </a:p>
      </dgm:t>
    </dgm:pt>
    <dgm:pt modelId="{0C7BE870-98C4-488F-B509-24311C6FF635}" type="sibTrans" cxnId="{5DDF10E1-390F-44E5-A781-D715F9DAD7E4}">
      <dgm:prSet/>
      <dgm:spPr/>
      <dgm:t>
        <a:bodyPr/>
        <a:lstStyle/>
        <a:p>
          <a:endParaRPr lang="en-US"/>
        </a:p>
      </dgm:t>
    </dgm:pt>
    <dgm:pt modelId="{F045E6AA-36FF-4DDA-B2D7-8DD97A34B8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Dynamic updates during scanning.</a:t>
          </a:r>
        </a:p>
      </dgm:t>
    </dgm:pt>
    <dgm:pt modelId="{31A08FFE-3077-4609-BC0D-1DE8AB99E9D6}" type="parTrans" cxnId="{BD8782E8-73F2-499C-AC39-03C9859B855E}">
      <dgm:prSet/>
      <dgm:spPr/>
      <dgm:t>
        <a:bodyPr/>
        <a:lstStyle/>
        <a:p>
          <a:endParaRPr lang="en-US"/>
        </a:p>
      </dgm:t>
    </dgm:pt>
    <dgm:pt modelId="{17E53D95-1EDC-44F9-9538-C67BC5756690}" type="sibTrans" cxnId="{BD8782E8-73F2-499C-AC39-03C9859B855E}">
      <dgm:prSet/>
      <dgm:spPr/>
      <dgm:t>
        <a:bodyPr/>
        <a:lstStyle/>
        <a:p>
          <a:endParaRPr lang="en-US"/>
        </a:p>
      </dgm:t>
    </dgm:pt>
    <dgm:pt modelId="{4ACCC56A-FD90-47B0-B575-185868F728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Actionable Insights:</a:t>
          </a:r>
        </a:p>
      </dgm:t>
    </dgm:pt>
    <dgm:pt modelId="{252729E8-065F-4AE4-9A1C-850F14693B7C}" type="parTrans" cxnId="{A0B41C18-0CA4-48FD-B1C0-0D7ACBC69BBC}">
      <dgm:prSet/>
      <dgm:spPr/>
      <dgm:t>
        <a:bodyPr/>
        <a:lstStyle/>
        <a:p>
          <a:endParaRPr lang="en-US"/>
        </a:p>
      </dgm:t>
    </dgm:pt>
    <dgm:pt modelId="{77D813AE-8C80-42DA-BE0A-E978711662E2}" type="sibTrans" cxnId="{A0B41C18-0CA4-48FD-B1C0-0D7ACBC69BBC}">
      <dgm:prSet/>
      <dgm:spPr/>
      <dgm:t>
        <a:bodyPr/>
        <a:lstStyle/>
        <a:p>
          <a:endParaRPr lang="en-US"/>
        </a:p>
      </dgm:t>
    </dgm:pt>
    <dgm:pt modelId="{D50D5335-5A86-4701-9951-1F2AF328C8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Password suggestions and security recommendations.</a:t>
          </a:r>
        </a:p>
      </dgm:t>
    </dgm:pt>
    <dgm:pt modelId="{8E9547EF-9D50-4E9F-BC94-559F5F9B92DD}" type="parTrans" cxnId="{8B66C2D6-6DE2-47DD-B625-F45619E44AE3}">
      <dgm:prSet/>
      <dgm:spPr/>
      <dgm:t>
        <a:bodyPr/>
        <a:lstStyle/>
        <a:p>
          <a:endParaRPr lang="en-US"/>
        </a:p>
      </dgm:t>
    </dgm:pt>
    <dgm:pt modelId="{A12B4A35-222D-4188-A7B1-A831D5DAD101}" type="sibTrans" cxnId="{8B66C2D6-6DE2-47DD-B625-F45619E44AE3}">
      <dgm:prSet/>
      <dgm:spPr/>
      <dgm:t>
        <a:bodyPr/>
        <a:lstStyle/>
        <a:p>
          <a:endParaRPr lang="en-US"/>
        </a:p>
      </dgm:t>
    </dgm:pt>
    <dgm:pt modelId="{7DAC7A92-4EDF-4B04-A825-F7CDE6B069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Extensibility:</a:t>
          </a:r>
        </a:p>
      </dgm:t>
    </dgm:pt>
    <dgm:pt modelId="{5F5E4C17-4649-4D25-B8EC-8358A684BF8B}" type="parTrans" cxnId="{423DFE6B-A9E3-4BC6-9B59-9855956D971A}">
      <dgm:prSet/>
      <dgm:spPr/>
      <dgm:t>
        <a:bodyPr/>
        <a:lstStyle/>
        <a:p>
          <a:endParaRPr lang="en-US"/>
        </a:p>
      </dgm:t>
    </dgm:pt>
    <dgm:pt modelId="{A0EA1CE2-E96F-4648-B74C-0696BF27922E}" type="sibTrans" cxnId="{423DFE6B-A9E3-4BC6-9B59-9855956D971A}">
      <dgm:prSet/>
      <dgm:spPr/>
      <dgm:t>
        <a:bodyPr/>
        <a:lstStyle/>
        <a:p>
          <a:endParaRPr lang="en-US"/>
        </a:p>
      </dgm:t>
    </dgm:pt>
    <dgm:pt modelId="{888F801B-9F0D-4873-B530-83EAD1D5E5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Modular design for new features.</a:t>
          </a:r>
        </a:p>
      </dgm:t>
    </dgm:pt>
    <dgm:pt modelId="{9445DC92-1C44-4E3C-8A1E-ADB163A1738D}" type="parTrans" cxnId="{D9561714-8C8E-46AB-A0E8-8DDB4D2A590E}">
      <dgm:prSet/>
      <dgm:spPr/>
      <dgm:t>
        <a:bodyPr/>
        <a:lstStyle/>
        <a:p>
          <a:endParaRPr lang="en-US"/>
        </a:p>
      </dgm:t>
    </dgm:pt>
    <dgm:pt modelId="{E939D64D-8B6A-4B44-AC97-5ABE775847F5}" type="sibTrans" cxnId="{D9561714-8C8E-46AB-A0E8-8DDB4D2A590E}">
      <dgm:prSet/>
      <dgm:spPr/>
      <dgm:t>
        <a:bodyPr/>
        <a:lstStyle/>
        <a:p>
          <a:endParaRPr lang="en-US"/>
        </a:p>
      </dgm:t>
    </dgm:pt>
    <dgm:pt modelId="{914E0AEA-BF54-4AFD-82CF-07CCC8D470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4. User Experience:</a:t>
          </a:r>
        </a:p>
      </dgm:t>
    </dgm:pt>
    <dgm:pt modelId="{2A0B8E8F-6434-4CA2-B071-749CCFE7738C}" type="parTrans" cxnId="{5C5E8754-CE55-4640-A1B8-813363D20A69}">
      <dgm:prSet/>
      <dgm:spPr/>
      <dgm:t>
        <a:bodyPr/>
        <a:lstStyle/>
        <a:p>
          <a:endParaRPr lang="en-US"/>
        </a:p>
      </dgm:t>
    </dgm:pt>
    <dgm:pt modelId="{389E6335-F7FC-4EB3-A061-D693A5D9AFB8}" type="sibTrans" cxnId="{5C5E8754-CE55-4640-A1B8-813363D20A69}">
      <dgm:prSet/>
      <dgm:spPr/>
      <dgm:t>
        <a:bodyPr/>
        <a:lstStyle/>
        <a:p>
          <a:endParaRPr lang="en-US"/>
        </a:p>
      </dgm:t>
    </dgm:pt>
    <dgm:pt modelId="{A0A8C9C3-B805-473C-A612-25F9EB4BDA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Minimalist yet informative UI.</a:t>
          </a:r>
        </a:p>
      </dgm:t>
    </dgm:pt>
    <dgm:pt modelId="{9C66B650-41B3-4C1F-87AB-236A6E8DD121}" type="parTrans" cxnId="{DCD3F673-BA28-468C-A5E0-996B8A9DF67F}">
      <dgm:prSet/>
      <dgm:spPr/>
      <dgm:t>
        <a:bodyPr/>
        <a:lstStyle/>
        <a:p>
          <a:endParaRPr lang="en-US"/>
        </a:p>
      </dgm:t>
    </dgm:pt>
    <dgm:pt modelId="{C5798C03-A5B4-4587-BF36-FA02094041F9}" type="sibTrans" cxnId="{DCD3F673-BA28-468C-A5E0-996B8A9DF67F}">
      <dgm:prSet/>
      <dgm:spPr/>
      <dgm:t>
        <a:bodyPr/>
        <a:lstStyle/>
        <a:p>
          <a:endParaRPr lang="en-US"/>
        </a:p>
      </dgm:t>
    </dgm:pt>
    <dgm:pt modelId="{B75E22F9-B7B7-4D91-87EB-67AD0B2A09C1}" type="pres">
      <dgm:prSet presAssocID="{470A76C3-087A-4CF7-A622-092F92C19291}" presName="root" presStyleCnt="0">
        <dgm:presLayoutVars>
          <dgm:dir/>
          <dgm:resizeHandles val="exact"/>
        </dgm:presLayoutVars>
      </dgm:prSet>
      <dgm:spPr/>
    </dgm:pt>
    <dgm:pt modelId="{B91F9E37-BE48-4286-B6B9-A7CB24787DD5}" type="pres">
      <dgm:prSet presAssocID="{BC02286A-C0C6-4994-81C4-8961A1536746}" presName="compNode" presStyleCnt="0"/>
      <dgm:spPr/>
    </dgm:pt>
    <dgm:pt modelId="{47CCCA00-8EE5-4345-A1F3-F39224CC3BF1}" type="pres">
      <dgm:prSet presAssocID="{BC02286A-C0C6-4994-81C4-8961A1536746}" presName="bgRect" presStyleLbl="bgShp" presStyleIdx="0" presStyleCnt="8"/>
      <dgm:spPr/>
    </dgm:pt>
    <dgm:pt modelId="{23AA3F43-03C4-4AA7-A21E-812962CFF99F}" type="pres">
      <dgm:prSet presAssocID="{BC02286A-C0C6-4994-81C4-8961A1536746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B323D25-77D4-4EC0-9130-0824EDB2A4B2}" type="pres">
      <dgm:prSet presAssocID="{BC02286A-C0C6-4994-81C4-8961A1536746}" presName="spaceRect" presStyleCnt="0"/>
      <dgm:spPr/>
    </dgm:pt>
    <dgm:pt modelId="{5CBB3B49-AAC9-4318-89C0-21E956A4120B}" type="pres">
      <dgm:prSet presAssocID="{BC02286A-C0C6-4994-81C4-8961A1536746}" presName="parTx" presStyleLbl="revTx" presStyleIdx="0" presStyleCnt="8">
        <dgm:presLayoutVars>
          <dgm:chMax val="0"/>
          <dgm:chPref val="0"/>
        </dgm:presLayoutVars>
      </dgm:prSet>
      <dgm:spPr/>
    </dgm:pt>
    <dgm:pt modelId="{85D500B2-3C71-4392-B361-B53D88F20F1A}" type="pres">
      <dgm:prSet presAssocID="{0C7BE870-98C4-488F-B509-24311C6FF635}" presName="sibTrans" presStyleCnt="0"/>
      <dgm:spPr/>
    </dgm:pt>
    <dgm:pt modelId="{3074A211-AC72-4764-95AC-6648EF4678D9}" type="pres">
      <dgm:prSet presAssocID="{F045E6AA-36FF-4DDA-B2D7-8DD97A34B8B0}" presName="compNode" presStyleCnt="0"/>
      <dgm:spPr/>
    </dgm:pt>
    <dgm:pt modelId="{9588E471-F4D8-469A-A77A-5325149ACECE}" type="pres">
      <dgm:prSet presAssocID="{F045E6AA-36FF-4DDA-B2D7-8DD97A34B8B0}" presName="bgRect" presStyleLbl="bgShp" presStyleIdx="1" presStyleCnt="8"/>
      <dgm:spPr/>
    </dgm:pt>
    <dgm:pt modelId="{243120CD-6730-4159-8FCA-0B8D9B744AE5}" type="pres">
      <dgm:prSet presAssocID="{F045E6AA-36FF-4DDA-B2D7-8DD97A34B8B0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7E1C1B91-3AF2-419B-BC0F-8155CEC335DA}" type="pres">
      <dgm:prSet presAssocID="{F045E6AA-36FF-4DDA-B2D7-8DD97A34B8B0}" presName="spaceRect" presStyleCnt="0"/>
      <dgm:spPr/>
    </dgm:pt>
    <dgm:pt modelId="{D16F92C8-A0C4-42D3-BC64-7BD1CBA29488}" type="pres">
      <dgm:prSet presAssocID="{F045E6AA-36FF-4DDA-B2D7-8DD97A34B8B0}" presName="parTx" presStyleLbl="revTx" presStyleIdx="1" presStyleCnt="8">
        <dgm:presLayoutVars>
          <dgm:chMax val="0"/>
          <dgm:chPref val="0"/>
        </dgm:presLayoutVars>
      </dgm:prSet>
      <dgm:spPr/>
    </dgm:pt>
    <dgm:pt modelId="{5DA8B745-D797-43E8-8DC5-FBDD3E170D24}" type="pres">
      <dgm:prSet presAssocID="{17E53D95-1EDC-44F9-9538-C67BC5756690}" presName="sibTrans" presStyleCnt="0"/>
      <dgm:spPr/>
    </dgm:pt>
    <dgm:pt modelId="{1AAC0288-6B09-4136-BAA9-52C8A82DEBBA}" type="pres">
      <dgm:prSet presAssocID="{4ACCC56A-FD90-47B0-B575-185868F728C8}" presName="compNode" presStyleCnt="0"/>
      <dgm:spPr/>
    </dgm:pt>
    <dgm:pt modelId="{0B20D33B-34CB-414D-A2A6-F431B7413FCF}" type="pres">
      <dgm:prSet presAssocID="{4ACCC56A-FD90-47B0-B575-185868F728C8}" presName="bgRect" presStyleLbl="bgShp" presStyleIdx="2" presStyleCnt="8"/>
      <dgm:spPr/>
    </dgm:pt>
    <dgm:pt modelId="{31982B83-135E-4447-9BCA-D5352FD78823}" type="pres">
      <dgm:prSet presAssocID="{4ACCC56A-FD90-47B0-B575-185868F728C8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5C5046CC-789F-4A01-99D9-324D58265EC7}" type="pres">
      <dgm:prSet presAssocID="{4ACCC56A-FD90-47B0-B575-185868F728C8}" presName="spaceRect" presStyleCnt="0"/>
      <dgm:spPr/>
    </dgm:pt>
    <dgm:pt modelId="{C778D386-032E-49B2-BAD1-725ECA830C0F}" type="pres">
      <dgm:prSet presAssocID="{4ACCC56A-FD90-47B0-B575-185868F728C8}" presName="parTx" presStyleLbl="revTx" presStyleIdx="2" presStyleCnt="8">
        <dgm:presLayoutVars>
          <dgm:chMax val="0"/>
          <dgm:chPref val="0"/>
        </dgm:presLayoutVars>
      </dgm:prSet>
      <dgm:spPr/>
    </dgm:pt>
    <dgm:pt modelId="{10C9AB84-2B8B-40B5-91F6-2405080E9A6E}" type="pres">
      <dgm:prSet presAssocID="{77D813AE-8C80-42DA-BE0A-E978711662E2}" presName="sibTrans" presStyleCnt="0"/>
      <dgm:spPr/>
    </dgm:pt>
    <dgm:pt modelId="{F4BE1576-22DB-4754-997C-ACD938B2286F}" type="pres">
      <dgm:prSet presAssocID="{D50D5335-5A86-4701-9951-1F2AF328C8CA}" presName="compNode" presStyleCnt="0"/>
      <dgm:spPr/>
    </dgm:pt>
    <dgm:pt modelId="{F1E97333-8697-4D44-84A9-EE5ECD258566}" type="pres">
      <dgm:prSet presAssocID="{D50D5335-5A86-4701-9951-1F2AF328C8CA}" presName="bgRect" presStyleLbl="bgShp" presStyleIdx="3" presStyleCnt="8"/>
      <dgm:spPr/>
    </dgm:pt>
    <dgm:pt modelId="{E766BD70-2F3C-4E47-8C8C-FBEBCB8BBD87}" type="pres">
      <dgm:prSet presAssocID="{D50D5335-5A86-4701-9951-1F2AF328C8CA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911A1AD-964C-4C3D-8825-8141B866A24F}" type="pres">
      <dgm:prSet presAssocID="{D50D5335-5A86-4701-9951-1F2AF328C8CA}" presName="spaceRect" presStyleCnt="0"/>
      <dgm:spPr/>
    </dgm:pt>
    <dgm:pt modelId="{C7DC49F7-377D-454B-A535-C2986700C3E9}" type="pres">
      <dgm:prSet presAssocID="{D50D5335-5A86-4701-9951-1F2AF328C8CA}" presName="parTx" presStyleLbl="revTx" presStyleIdx="3" presStyleCnt="8">
        <dgm:presLayoutVars>
          <dgm:chMax val="0"/>
          <dgm:chPref val="0"/>
        </dgm:presLayoutVars>
      </dgm:prSet>
      <dgm:spPr/>
    </dgm:pt>
    <dgm:pt modelId="{9CB6C738-A75C-451B-885B-4D3085EB9305}" type="pres">
      <dgm:prSet presAssocID="{A12B4A35-222D-4188-A7B1-A831D5DAD101}" presName="sibTrans" presStyleCnt="0"/>
      <dgm:spPr/>
    </dgm:pt>
    <dgm:pt modelId="{ABF34994-49B7-41C6-9416-3BCA0BCCB875}" type="pres">
      <dgm:prSet presAssocID="{7DAC7A92-4EDF-4B04-A825-F7CDE6B069A6}" presName="compNode" presStyleCnt="0"/>
      <dgm:spPr/>
    </dgm:pt>
    <dgm:pt modelId="{F0343AFA-A968-42F2-B764-69CC398B645F}" type="pres">
      <dgm:prSet presAssocID="{7DAC7A92-4EDF-4B04-A825-F7CDE6B069A6}" presName="bgRect" presStyleLbl="bgShp" presStyleIdx="4" presStyleCnt="8"/>
      <dgm:spPr/>
    </dgm:pt>
    <dgm:pt modelId="{37308BCB-2800-4AA3-910A-F0819EA532AD}" type="pres">
      <dgm:prSet presAssocID="{7DAC7A92-4EDF-4B04-A825-F7CDE6B069A6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ttens"/>
        </a:ext>
      </dgm:extLst>
    </dgm:pt>
    <dgm:pt modelId="{275031FB-1AEB-4A51-B42F-7FC9C8A732E4}" type="pres">
      <dgm:prSet presAssocID="{7DAC7A92-4EDF-4B04-A825-F7CDE6B069A6}" presName="spaceRect" presStyleCnt="0"/>
      <dgm:spPr/>
    </dgm:pt>
    <dgm:pt modelId="{0F39CC24-C20C-4A21-A2BE-E821835079EA}" type="pres">
      <dgm:prSet presAssocID="{7DAC7A92-4EDF-4B04-A825-F7CDE6B069A6}" presName="parTx" presStyleLbl="revTx" presStyleIdx="4" presStyleCnt="8">
        <dgm:presLayoutVars>
          <dgm:chMax val="0"/>
          <dgm:chPref val="0"/>
        </dgm:presLayoutVars>
      </dgm:prSet>
      <dgm:spPr/>
    </dgm:pt>
    <dgm:pt modelId="{142AB107-15B9-4FE0-A91E-4B82D0CDFA3A}" type="pres">
      <dgm:prSet presAssocID="{A0EA1CE2-E96F-4648-B74C-0696BF27922E}" presName="sibTrans" presStyleCnt="0"/>
      <dgm:spPr/>
    </dgm:pt>
    <dgm:pt modelId="{A62C5DD9-8F4D-4325-98D2-EF20F8E2B2FE}" type="pres">
      <dgm:prSet presAssocID="{888F801B-9F0D-4873-B530-83EAD1D5E5B8}" presName="compNode" presStyleCnt="0"/>
      <dgm:spPr/>
    </dgm:pt>
    <dgm:pt modelId="{0A409A93-AC54-45FA-B50E-C27720727ACB}" type="pres">
      <dgm:prSet presAssocID="{888F801B-9F0D-4873-B530-83EAD1D5E5B8}" presName="bgRect" presStyleLbl="bgShp" presStyleIdx="5" presStyleCnt="8"/>
      <dgm:spPr/>
    </dgm:pt>
    <dgm:pt modelId="{4664F7F0-516B-4CFE-974B-BADD60D6E6FB}" type="pres">
      <dgm:prSet presAssocID="{888F801B-9F0D-4873-B530-83EAD1D5E5B8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B647BB4D-84D5-4665-BECE-F618BEDD8754}" type="pres">
      <dgm:prSet presAssocID="{888F801B-9F0D-4873-B530-83EAD1D5E5B8}" presName="spaceRect" presStyleCnt="0"/>
      <dgm:spPr/>
    </dgm:pt>
    <dgm:pt modelId="{8C491B25-1973-408B-A1EA-D1960BA04BEC}" type="pres">
      <dgm:prSet presAssocID="{888F801B-9F0D-4873-B530-83EAD1D5E5B8}" presName="parTx" presStyleLbl="revTx" presStyleIdx="5" presStyleCnt="8">
        <dgm:presLayoutVars>
          <dgm:chMax val="0"/>
          <dgm:chPref val="0"/>
        </dgm:presLayoutVars>
      </dgm:prSet>
      <dgm:spPr/>
    </dgm:pt>
    <dgm:pt modelId="{71098CB4-A97F-4665-9858-F84D1CF7C0AD}" type="pres">
      <dgm:prSet presAssocID="{E939D64D-8B6A-4B44-AC97-5ABE775847F5}" presName="sibTrans" presStyleCnt="0"/>
      <dgm:spPr/>
    </dgm:pt>
    <dgm:pt modelId="{5171CB69-8480-4BE7-9F5D-7082FD73560F}" type="pres">
      <dgm:prSet presAssocID="{914E0AEA-BF54-4AFD-82CF-07CCC8D4707E}" presName="compNode" presStyleCnt="0"/>
      <dgm:spPr/>
    </dgm:pt>
    <dgm:pt modelId="{AD607EF5-1C5F-4991-B1AE-0967C5C364ED}" type="pres">
      <dgm:prSet presAssocID="{914E0AEA-BF54-4AFD-82CF-07CCC8D4707E}" presName="bgRect" presStyleLbl="bgShp" presStyleIdx="6" presStyleCnt="8"/>
      <dgm:spPr/>
    </dgm:pt>
    <dgm:pt modelId="{D0F65A25-BC9D-440F-AB96-423C7A5E5C16}" type="pres">
      <dgm:prSet presAssocID="{914E0AEA-BF54-4AFD-82CF-07CCC8D4707E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A5CFD44E-544C-492B-A508-09C349853032}" type="pres">
      <dgm:prSet presAssocID="{914E0AEA-BF54-4AFD-82CF-07CCC8D4707E}" presName="spaceRect" presStyleCnt="0"/>
      <dgm:spPr/>
    </dgm:pt>
    <dgm:pt modelId="{EA27A043-A8B8-4231-9A0C-3A1618360B85}" type="pres">
      <dgm:prSet presAssocID="{914E0AEA-BF54-4AFD-82CF-07CCC8D4707E}" presName="parTx" presStyleLbl="revTx" presStyleIdx="6" presStyleCnt="8">
        <dgm:presLayoutVars>
          <dgm:chMax val="0"/>
          <dgm:chPref val="0"/>
        </dgm:presLayoutVars>
      </dgm:prSet>
      <dgm:spPr/>
    </dgm:pt>
    <dgm:pt modelId="{027E8A09-1639-4867-8794-519AE07FF3CA}" type="pres">
      <dgm:prSet presAssocID="{389E6335-F7FC-4EB3-A061-D693A5D9AFB8}" presName="sibTrans" presStyleCnt="0"/>
      <dgm:spPr/>
    </dgm:pt>
    <dgm:pt modelId="{287FD6E1-2E16-49DB-974C-19D255549B06}" type="pres">
      <dgm:prSet presAssocID="{A0A8C9C3-B805-473C-A612-25F9EB4BDACD}" presName="compNode" presStyleCnt="0"/>
      <dgm:spPr/>
    </dgm:pt>
    <dgm:pt modelId="{A97D144F-DFDC-46B5-B7BF-7D7B98506CB4}" type="pres">
      <dgm:prSet presAssocID="{A0A8C9C3-B805-473C-A612-25F9EB4BDACD}" presName="bgRect" presStyleLbl="bgShp" presStyleIdx="7" presStyleCnt="8"/>
      <dgm:spPr/>
    </dgm:pt>
    <dgm:pt modelId="{AFA6B3C5-DF7B-4DD5-94E8-4797D3D9F04F}" type="pres">
      <dgm:prSet presAssocID="{A0A8C9C3-B805-473C-A612-25F9EB4BDACD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B322A2D-9AB9-40E2-B582-BF33513EAA55}" type="pres">
      <dgm:prSet presAssocID="{A0A8C9C3-B805-473C-A612-25F9EB4BDACD}" presName="spaceRect" presStyleCnt="0"/>
      <dgm:spPr/>
    </dgm:pt>
    <dgm:pt modelId="{59F3C725-6244-4BEC-98B6-31C25B07F53D}" type="pres">
      <dgm:prSet presAssocID="{A0A8C9C3-B805-473C-A612-25F9EB4BDACD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D9561714-8C8E-46AB-A0E8-8DDB4D2A590E}" srcId="{470A76C3-087A-4CF7-A622-092F92C19291}" destId="{888F801B-9F0D-4873-B530-83EAD1D5E5B8}" srcOrd="5" destOrd="0" parTransId="{9445DC92-1C44-4E3C-8A1E-ADB163A1738D}" sibTransId="{E939D64D-8B6A-4B44-AC97-5ABE775847F5}"/>
    <dgm:cxn modelId="{A0B41C18-0CA4-48FD-B1C0-0D7ACBC69BBC}" srcId="{470A76C3-087A-4CF7-A622-092F92C19291}" destId="{4ACCC56A-FD90-47B0-B575-185868F728C8}" srcOrd="2" destOrd="0" parTransId="{252729E8-065F-4AE4-9A1C-850F14693B7C}" sibTransId="{77D813AE-8C80-42DA-BE0A-E978711662E2}"/>
    <dgm:cxn modelId="{A492F725-C82A-476C-8C18-9DE56432CABB}" type="presOf" srcId="{470A76C3-087A-4CF7-A622-092F92C19291}" destId="{B75E22F9-B7B7-4D91-87EB-67AD0B2A09C1}" srcOrd="0" destOrd="0" presId="urn:microsoft.com/office/officeart/2018/2/layout/IconVerticalSolidList"/>
    <dgm:cxn modelId="{F339342B-75C0-45FC-8D74-3CE94A5EBA37}" type="presOf" srcId="{914E0AEA-BF54-4AFD-82CF-07CCC8D4707E}" destId="{EA27A043-A8B8-4231-9A0C-3A1618360B85}" srcOrd="0" destOrd="0" presId="urn:microsoft.com/office/officeart/2018/2/layout/IconVerticalSolidList"/>
    <dgm:cxn modelId="{1FA8073B-17CF-45E0-A536-1B7598D2635E}" type="presOf" srcId="{BC02286A-C0C6-4994-81C4-8961A1536746}" destId="{5CBB3B49-AAC9-4318-89C0-21E956A4120B}" srcOrd="0" destOrd="0" presId="urn:microsoft.com/office/officeart/2018/2/layout/IconVerticalSolidList"/>
    <dgm:cxn modelId="{A3CD613D-A58B-4E0A-9A16-B5A98F4AD3BA}" type="presOf" srcId="{7DAC7A92-4EDF-4B04-A825-F7CDE6B069A6}" destId="{0F39CC24-C20C-4A21-A2BE-E821835079EA}" srcOrd="0" destOrd="0" presId="urn:microsoft.com/office/officeart/2018/2/layout/IconVerticalSolidList"/>
    <dgm:cxn modelId="{423DFE6B-A9E3-4BC6-9B59-9855956D971A}" srcId="{470A76C3-087A-4CF7-A622-092F92C19291}" destId="{7DAC7A92-4EDF-4B04-A825-F7CDE6B069A6}" srcOrd="4" destOrd="0" parTransId="{5F5E4C17-4649-4D25-B8EC-8358A684BF8B}" sibTransId="{A0EA1CE2-E96F-4648-B74C-0696BF27922E}"/>
    <dgm:cxn modelId="{DCD3F673-BA28-468C-A5E0-996B8A9DF67F}" srcId="{470A76C3-087A-4CF7-A622-092F92C19291}" destId="{A0A8C9C3-B805-473C-A612-25F9EB4BDACD}" srcOrd="7" destOrd="0" parTransId="{9C66B650-41B3-4C1F-87AB-236A6E8DD121}" sibTransId="{C5798C03-A5B4-4587-BF36-FA02094041F9}"/>
    <dgm:cxn modelId="{5C5E8754-CE55-4640-A1B8-813363D20A69}" srcId="{470A76C3-087A-4CF7-A622-092F92C19291}" destId="{914E0AEA-BF54-4AFD-82CF-07CCC8D4707E}" srcOrd="6" destOrd="0" parTransId="{2A0B8E8F-6434-4CA2-B071-749CCFE7738C}" sibTransId="{389E6335-F7FC-4EB3-A061-D693A5D9AFB8}"/>
    <dgm:cxn modelId="{FF2987A3-1774-4961-87E7-85A14AAAA15B}" type="presOf" srcId="{D50D5335-5A86-4701-9951-1F2AF328C8CA}" destId="{C7DC49F7-377D-454B-A535-C2986700C3E9}" srcOrd="0" destOrd="0" presId="urn:microsoft.com/office/officeart/2018/2/layout/IconVerticalSolidList"/>
    <dgm:cxn modelId="{1E7DC6A9-62B1-4660-ACCC-E9F4B9B8CAF7}" type="presOf" srcId="{4ACCC56A-FD90-47B0-B575-185868F728C8}" destId="{C778D386-032E-49B2-BAD1-725ECA830C0F}" srcOrd="0" destOrd="0" presId="urn:microsoft.com/office/officeart/2018/2/layout/IconVerticalSolidList"/>
    <dgm:cxn modelId="{F06E95AB-8AEB-4937-B04D-1DDFC76011AF}" type="presOf" srcId="{A0A8C9C3-B805-473C-A612-25F9EB4BDACD}" destId="{59F3C725-6244-4BEC-98B6-31C25B07F53D}" srcOrd="0" destOrd="0" presId="urn:microsoft.com/office/officeart/2018/2/layout/IconVerticalSolidList"/>
    <dgm:cxn modelId="{72503DB7-EFB0-4933-8346-C9234F593DE7}" type="presOf" srcId="{888F801B-9F0D-4873-B530-83EAD1D5E5B8}" destId="{8C491B25-1973-408B-A1EA-D1960BA04BEC}" srcOrd="0" destOrd="0" presId="urn:microsoft.com/office/officeart/2018/2/layout/IconVerticalSolidList"/>
    <dgm:cxn modelId="{8B66C2D6-6DE2-47DD-B625-F45619E44AE3}" srcId="{470A76C3-087A-4CF7-A622-092F92C19291}" destId="{D50D5335-5A86-4701-9951-1F2AF328C8CA}" srcOrd="3" destOrd="0" parTransId="{8E9547EF-9D50-4E9F-BC94-559F5F9B92DD}" sibTransId="{A12B4A35-222D-4188-A7B1-A831D5DAD101}"/>
    <dgm:cxn modelId="{5DDF10E1-390F-44E5-A781-D715F9DAD7E4}" srcId="{470A76C3-087A-4CF7-A622-092F92C19291}" destId="{BC02286A-C0C6-4994-81C4-8961A1536746}" srcOrd="0" destOrd="0" parTransId="{1822BAEE-131E-4C0A-BC5F-904AF6960FBE}" sibTransId="{0C7BE870-98C4-488F-B509-24311C6FF635}"/>
    <dgm:cxn modelId="{BD8782E8-73F2-499C-AC39-03C9859B855E}" srcId="{470A76C3-087A-4CF7-A622-092F92C19291}" destId="{F045E6AA-36FF-4DDA-B2D7-8DD97A34B8B0}" srcOrd="1" destOrd="0" parTransId="{31A08FFE-3077-4609-BC0D-1DE8AB99E9D6}" sibTransId="{17E53D95-1EDC-44F9-9538-C67BC5756690}"/>
    <dgm:cxn modelId="{B0337EEE-3FB7-48A3-8341-274570367B0D}" type="presOf" srcId="{F045E6AA-36FF-4DDA-B2D7-8DD97A34B8B0}" destId="{D16F92C8-A0C4-42D3-BC64-7BD1CBA29488}" srcOrd="0" destOrd="0" presId="urn:microsoft.com/office/officeart/2018/2/layout/IconVerticalSolidList"/>
    <dgm:cxn modelId="{DF7CF7B0-F340-43FB-9AFA-C4BC4BA14EBE}" type="presParOf" srcId="{B75E22F9-B7B7-4D91-87EB-67AD0B2A09C1}" destId="{B91F9E37-BE48-4286-B6B9-A7CB24787DD5}" srcOrd="0" destOrd="0" presId="urn:microsoft.com/office/officeart/2018/2/layout/IconVerticalSolidList"/>
    <dgm:cxn modelId="{DF8E7B82-EA87-41CE-A353-EEC5790E624C}" type="presParOf" srcId="{B91F9E37-BE48-4286-B6B9-A7CB24787DD5}" destId="{47CCCA00-8EE5-4345-A1F3-F39224CC3BF1}" srcOrd="0" destOrd="0" presId="urn:microsoft.com/office/officeart/2018/2/layout/IconVerticalSolidList"/>
    <dgm:cxn modelId="{98715708-FB3B-40C2-BE78-EE482FC68258}" type="presParOf" srcId="{B91F9E37-BE48-4286-B6B9-A7CB24787DD5}" destId="{23AA3F43-03C4-4AA7-A21E-812962CFF99F}" srcOrd="1" destOrd="0" presId="urn:microsoft.com/office/officeart/2018/2/layout/IconVerticalSolidList"/>
    <dgm:cxn modelId="{71A3C1EF-F857-4EBB-90E2-5199B1CA571A}" type="presParOf" srcId="{B91F9E37-BE48-4286-B6B9-A7CB24787DD5}" destId="{0B323D25-77D4-4EC0-9130-0824EDB2A4B2}" srcOrd="2" destOrd="0" presId="urn:microsoft.com/office/officeart/2018/2/layout/IconVerticalSolidList"/>
    <dgm:cxn modelId="{49E23E72-6F7F-437E-8BE1-C1843F638CAF}" type="presParOf" srcId="{B91F9E37-BE48-4286-B6B9-A7CB24787DD5}" destId="{5CBB3B49-AAC9-4318-89C0-21E956A4120B}" srcOrd="3" destOrd="0" presId="urn:microsoft.com/office/officeart/2018/2/layout/IconVerticalSolidList"/>
    <dgm:cxn modelId="{EB479179-51D7-4EF0-89C6-3BE41DF4DFFC}" type="presParOf" srcId="{B75E22F9-B7B7-4D91-87EB-67AD0B2A09C1}" destId="{85D500B2-3C71-4392-B361-B53D88F20F1A}" srcOrd="1" destOrd="0" presId="urn:microsoft.com/office/officeart/2018/2/layout/IconVerticalSolidList"/>
    <dgm:cxn modelId="{BC7D568A-7FF2-4FFA-BC2D-C68413E20DDC}" type="presParOf" srcId="{B75E22F9-B7B7-4D91-87EB-67AD0B2A09C1}" destId="{3074A211-AC72-4764-95AC-6648EF4678D9}" srcOrd="2" destOrd="0" presId="urn:microsoft.com/office/officeart/2018/2/layout/IconVerticalSolidList"/>
    <dgm:cxn modelId="{BADAE8C8-B106-41D7-B8D7-537444AE5A30}" type="presParOf" srcId="{3074A211-AC72-4764-95AC-6648EF4678D9}" destId="{9588E471-F4D8-469A-A77A-5325149ACECE}" srcOrd="0" destOrd="0" presId="urn:microsoft.com/office/officeart/2018/2/layout/IconVerticalSolidList"/>
    <dgm:cxn modelId="{5BB26CF4-5BF3-4CAF-8799-BC99023B8D35}" type="presParOf" srcId="{3074A211-AC72-4764-95AC-6648EF4678D9}" destId="{243120CD-6730-4159-8FCA-0B8D9B744AE5}" srcOrd="1" destOrd="0" presId="urn:microsoft.com/office/officeart/2018/2/layout/IconVerticalSolidList"/>
    <dgm:cxn modelId="{A3BC90BA-BB83-4856-8AC3-CE86DFE7224F}" type="presParOf" srcId="{3074A211-AC72-4764-95AC-6648EF4678D9}" destId="{7E1C1B91-3AF2-419B-BC0F-8155CEC335DA}" srcOrd="2" destOrd="0" presId="urn:microsoft.com/office/officeart/2018/2/layout/IconVerticalSolidList"/>
    <dgm:cxn modelId="{B2485F0F-EA1E-4805-845E-698DEA794449}" type="presParOf" srcId="{3074A211-AC72-4764-95AC-6648EF4678D9}" destId="{D16F92C8-A0C4-42D3-BC64-7BD1CBA29488}" srcOrd="3" destOrd="0" presId="urn:microsoft.com/office/officeart/2018/2/layout/IconVerticalSolidList"/>
    <dgm:cxn modelId="{47A2698C-5A52-44A3-8265-B54FBB6B2FEE}" type="presParOf" srcId="{B75E22F9-B7B7-4D91-87EB-67AD0B2A09C1}" destId="{5DA8B745-D797-43E8-8DC5-FBDD3E170D24}" srcOrd="3" destOrd="0" presId="urn:microsoft.com/office/officeart/2018/2/layout/IconVerticalSolidList"/>
    <dgm:cxn modelId="{EDF3045D-6E25-44EA-82F8-BA68CCB914B8}" type="presParOf" srcId="{B75E22F9-B7B7-4D91-87EB-67AD0B2A09C1}" destId="{1AAC0288-6B09-4136-BAA9-52C8A82DEBBA}" srcOrd="4" destOrd="0" presId="urn:microsoft.com/office/officeart/2018/2/layout/IconVerticalSolidList"/>
    <dgm:cxn modelId="{1D8A60DB-19C9-4C80-8107-1C5A6E2947FB}" type="presParOf" srcId="{1AAC0288-6B09-4136-BAA9-52C8A82DEBBA}" destId="{0B20D33B-34CB-414D-A2A6-F431B7413FCF}" srcOrd="0" destOrd="0" presId="urn:microsoft.com/office/officeart/2018/2/layout/IconVerticalSolidList"/>
    <dgm:cxn modelId="{F6131F09-E332-420A-B23E-8B677D87C36B}" type="presParOf" srcId="{1AAC0288-6B09-4136-BAA9-52C8A82DEBBA}" destId="{31982B83-135E-4447-9BCA-D5352FD78823}" srcOrd="1" destOrd="0" presId="urn:microsoft.com/office/officeart/2018/2/layout/IconVerticalSolidList"/>
    <dgm:cxn modelId="{E1590B20-C0F6-438B-A904-2B9780EF0BE8}" type="presParOf" srcId="{1AAC0288-6B09-4136-BAA9-52C8A82DEBBA}" destId="{5C5046CC-789F-4A01-99D9-324D58265EC7}" srcOrd="2" destOrd="0" presId="urn:microsoft.com/office/officeart/2018/2/layout/IconVerticalSolidList"/>
    <dgm:cxn modelId="{5D8C87F7-8308-474D-BC8A-3947D9B759E1}" type="presParOf" srcId="{1AAC0288-6B09-4136-BAA9-52C8A82DEBBA}" destId="{C778D386-032E-49B2-BAD1-725ECA830C0F}" srcOrd="3" destOrd="0" presId="urn:microsoft.com/office/officeart/2018/2/layout/IconVerticalSolidList"/>
    <dgm:cxn modelId="{6EE34943-F308-4A4A-8E61-F0B885D9ED49}" type="presParOf" srcId="{B75E22F9-B7B7-4D91-87EB-67AD0B2A09C1}" destId="{10C9AB84-2B8B-40B5-91F6-2405080E9A6E}" srcOrd="5" destOrd="0" presId="urn:microsoft.com/office/officeart/2018/2/layout/IconVerticalSolidList"/>
    <dgm:cxn modelId="{8B29000D-7EB3-4045-A483-D9561EB64F2F}" type="presParOf" srcId="{B75E22F9-B7B7-4D91-87EB-67AD0B2A09C1}" destId="{F4BE1576-22DB-4754-997C-ACD938B2286F}" srcOrd="6" destOrd="0" presId="urn:microsoft.com/office/officeart/2018/2/layout/IconVerticalSolidList"/>
    <dgm:cxn modelId="{60BD7DE8-868C-4E3D-8613-8156D7C0A98F}" type="presParOf" srcId="{F4BE1576-22DB-4754-997C-ACD938B2286F}" destId="{F1E97333-8697-4D44-84A9-EE5ECD258566}" srcOrd="0" destOrd="0" presId="urn:microsoft.com/office/officeart/2018/2/layout/IconVerticalSolidList"/>
    <dgm:cxn modelId="{153EE9A0-DE79-4F71-897E-32602C6943D3}" type="presParOf" srcId="{F4BE1576-22DB-4754-997C-ACD938B2286F}" destId="{E766BD70-2F3C-4E47-8C8C-FBEBCB8BBD87}" srcOrd="1" destOrd="0" presId="urn:microsoft.com/office/officeart/2018/2/layout/IconVerticalSolidList"/>
    <dgm:cxn modelId="{569DAC03-712D-4394-BDC5-D6612E660781}" type="presParOf" srcId="{F4BE1576-22DB-4754-997C-ACD938B2286F}" destId="{3911A1AD-964C-4C3D-8825-8141B866A24F}" srcOrd="2" destOrd="0" presId="urn:microsoft.com/office/officeart/2018/2/layout/IconVerticalSolidList"/>
    <dgm:cxn modelId="{89485B17-76B1-4176-B1AA-115A4AE703F8}" type="presParOf" srcId="{F4BE1576-22DB-4754-997C-ACD938B2286F}" destId="{C7DC49F7-377D-454B-A535-C2986700C3E9}" srcOrd="3" destOrd="0" presId="urn:microsoft.com/office/officeart/2018/2/layout/IconVerticalSolidList"/>
    <dgm:cxn modelId="{C9AE97E9-A837-485C-A00C-8D993F3B8C23}" type="presParOf" srcId="{B75E22F9-B7B7-4D91-87EB-67AD0B2A09C1}" destId="{9CB6C738-A75C-451B-885B-4D3085EB9305}" srcOrd="7" destOrd="0" presId="urn:microsoft.com/office/officeart/2018/2/layout/IconVerticalSolidList"/>
    <dgm:cxn modelId="{FAA6F214-5455-429E-91C0-741C3ED94ACB}" type="presParOf" srcId="{B75E22F9-B7B7-4D91-87EB-67AD0B2A09C1}" destId="{ABF34994-49B7-41C6-9416-3BCA0BCCB875}" srcOrd="8" destOrd="0" presId="urn:microsoft.com/office/officeart/2018/2/layout/IconVerticalSolidList"/>
    <dgm:cxn modelId="{FFC5BE67-039F-4E4D-BA44-0B739E1D6958}" type="presParOf" srcId="{ABF34994-49B7-41C6-9416-3BCA0BCCB875}" destId="{F0343AFA-A968-42F2-B764-69CC398B645F}" srcOrd="0" destOrd="0" presId="urn:microsoft.com/office/officeart/2018/2/layout/IconVerticalSolidList"/>
    <dgm:cxn modelId="{62A5702A-4357-4F93-A67C-85B3994CD210}" type="presParOf" srcId="{ABF34994-49B7-41C6-9416-3BCA0BCCB875}" destId="{37308BCB-2800-4AA3-910A-F0819EA532AD}" srcOrd="1" destOrd="0" presId="urn:microsoft.com/office/officeart/2018/2/layout/IconVerticalSolidList"/>
    <dgm:cxn modelId="{1E3656BF-2BF5-4D93-924A-F9E2A46D1F01}" type="presParOf" srcId="{ABF34994-49B7-41C6-9416-3BCA0BCCB875}" destId="{275031FB-1AEB-4A51-B42F-7FC9C8A732E4}" srcOrd="2" destOrd="0" presId="urn:microsoft.com/office/officeart/2018/2/layout/IconVerticalSolidList"/>
    <dgm:cxn modelId="{96B517DC-A71D-4E53-A824-B8BD09977B06}" type="presParOf" srcId="{ABF34994-49B7-41C6-9416-3BCA0BCCB875}" destId="{0F39CC24-C20C-4A21-A2BE-E821835079EA}" srcOrd="3" destOrd="0" presId="urn:microsoft.com/office/officeart/2018/2/layout/IconVerticalSolidList"/>
    <dgm:cxn modelId="{9A14C581-E986-45E5-9E39-DFEA4F14A4C0}" type="presParOf" srcId="{B75E22F9-B7B7-4D91-87EB-67AD0B2A09C1}" destId="{142AB107-15B9-4FE0-A91E-4B82D0CDFA3A}" srcOrd="9" destOrd="0" presId="urn:microsoft.com/office/officeart/2018/2/layout/IconVerticalSolidList"/>
    <dgm:cxn modelId="{DA081F16-4535-4075-8D93-2FA302E1F125}" type="presParOf" srcId="{B75E22F9-B7B7-4D91-87EB-67AD0B2A09C1}" destId="{A62C5DD9-8F4D-4325-98D2-EF20F8E2B2FE}" srcOrd="10" destOrd="0" presId="urn:microsoft.com/office/officeart/2018/2/layout/IconVerticalSolidList"/>
    <dgm:cxn modelId="{FF1117E9-F3F4-446B-A08F-E4786120392C}" type="presParOf" srcId="{A62C5DD9-8F4D-4325-98D2-EF20F8E2B2FE}" destId="{0A409A93-AC54-45FA-B50E-C27720727ACB}" srcOrd="0" destOrd="0" presId="urn:microsoft.com/office/officeart/2018/2/layout/IconVerticalSolidList"/>
    <dgm:cxn modelId="{0CE4EDF6-B343-4701-B5B1-7DF767D1E1DE}" type="presParOf" srcId="{A62C5DD9-8F4D-4325-98D2-EF20F8E2B2FE}" destId="{4664F7F0-516B-4CFE-974B-BADD60D6E6FB}" srcOrd="1" destOrd="0" presId="urn:microsoft.com/office/officeart/2018/2/layout/IconVerticalSolidList"/>
    <dgm:cxn modelId="{968127A9-F36B-4895-81E3-C69FF29707D7}" type="presParOf" srcId="{A62C5DD9-8F4D-4325-98D2-EF20F8E2B2FE}" destId="{B647BB4D-84D5-4665-BECE-F618BEDD8754}" srcOrd="2" destOrd="0" presId="urn:microsoft.com/office/officeart/2018/2/layout/IconVerticalSolidList"/>
    <dgm:cxn modelId="{55AEDF22-C51E-4300-A99D-0A1DAA27B090}" type="presParOf" srcId="{A62C5DD9-8F4D-4325-98D2-EF20F8E2B2FE}" destId="{8C491B25-1973-408B-A1EA-D1960BA04BEC}" srcOrd="3" destOrd="0" presId="urn:microsoft.com/office/officeart/2018/2/layout/IconVerticalSolidList"/>
    <dgm:cxn modelId="{FAA675AA-7ED9-4955-8AEF-50924851D2DF}" type="presParOf" srcId="{B75E22F9-B7B7-4D91-87EB-67AD0B2A09C1}" destId="{71098CB4-A97F-4665-9858-F84D1CF7C0AD}" srcOrd="11" destOrd="0" presId="urn:microsoft.com/office/officeart/2018/2/layout/IconVerticalSolidList"/>
    <dgm:cxn modelId="{965553F5-5F91-46CB-B9CE-32D49F89FFC3}" type="presParOf" srcId="{B75E22F9-B7B7-4D91-87EB-67AD0B2A09C1}" destId="{5171CB69-8480-4BE7-9F5D-7082FD73560F}" srcOrd="12" destOrd="0" presId="urn:microsoft.com/office/officeart/2018/2/layout/IconVerticalSolidList"/>
    <dgm:cxn modelId="{27E4060D-4F3E-4E41-AA1B-9A1447743734}" type="presParOf" srcId="{5171CB69-8480-4BE7-9F5D-7082FD73560F}" destId="{AD607EF5-1C5F-4991-B1AE-0967C5C364ED}" srcOrd="0" destOrd="0" presId="urn:microsoft.com/office/officeart/2018/2/layout/IconVerticalSolidList"/>
    <dgm:cxn modelId="{EF76DA35-922A-4BCC-9AFC-CBCFE9B97E4C}" type="presParOf" srcId="{5171CB69-8480-4BE7-9F5D-7082FD73560F}" destId="{D0F65A25-BC9D-440F-AB96-423C7A5E5C16}" srcOrd="1" destOrd="0" presId="urn:microsoft.com/office/officeart/2018/2/layout/IconVerticalSolidList"/>
    <dgm:cxn modelId="{A1DCEC09-0FE3-4356-931A-E59BC2C06028}" type="presParOf" srcId="{5171CB69-8480-4BE7-9F5D-7082FD73560F}" destId="{A5CFD44E-544C-492B-A508-09C349853032}" srcOrd="2" destOrd="0" presId="urn:microsoft.com/office/officeart/2018/2/layout/IconVerticalSolidList"/>
    <dgm:cxn modelId="{AB362DF4-262F-44FF-A967-6E879D8889F2}" type="presParOf" srcId="{5171CB69-8480-4BE7-9F5D-7082FD73560F}" destId="{EA27A043-A8B8-4231-9A0C-3A1618360B85}" srcOrd="3" destOrd="0" presId="urn:microsoft.com/office/officeart/2018/2/layout/IconVerticalSolidList"/>
    <dgm:cxn modelId="{188D3943-90A2-4470-9D39-563795414C72}" type="presParOf" srcId="{B75E22F9-B7B7-4D91-87EB-67AD0B2A09C1}" destId="{027E8A09-1639-4867-8794-519AE07FF3CA}" srcOrd="13" destOrd="0" presId="urn:microsoft.com/office/officeart/2018/2/layout/IconVerticalSolidList"/>
    <dgm:cxn modelId="{8A0F511A-1A7C-4924-B1A7-0DA4C32E524E}" type="presParOf" srcId="{B75E22F9-B7B7-4D91-87EB-67AD0B2A09C1}" destId="{287FD6E1-2E16-49DB-974C-19D255549B06}" srcOrd="14" destOrd="0" presId="urn:microsoft.com/office/officeart/2018/2/layout/IconVerticalSolidList"/>
    <dgm:cxn modelId="{9F2C69A5-A879-4C02-ADEE-988C7C54BCC9}" type="presParOf" srcId="{287FD6E1-2E16-49DB-974C-19D255549B06}" destId="{A97D144F-DFDC-46B5-B7BF-7D7B98506CB4}" srcOrd="0" destOrd="0" presId="urn:microsoft.com/office/officeart/2018/2/layout/IconVerticalSolidList"/>
    <dgm:cxn modelId="{15B5CA51-3856-463F-B5A0-2A83153787D2}" type="presParOf" srcId="{287FD6E1-2E16-49DB-974C-19D255549B06}" destId="{AFA6B3C5-DF7B-4DD5-94E8-4797D3D9F04F}" srcOrd="1" destOrd="0" presId="urn:microsoft.com/office/officeart/2018/2/layout/IconVerticalSolidList"/>
    <dgm:cxn modelId="{4CAAFD86-7B14-49E8-ADB6-D9494FE53658}" type="presParOf" srcId="{287FD6E1-2E16-49DB-974C-19D255549B06}" destId="{BB322A2D-9AB9-40E2-B582-BF33513EAA55}" srcOrd="2" destOrd="0" presId="urn:microsoft.com/office/officeart/2018/2/layout/IconVerticalSolidList"/>
    <dgm:cxn modelId="{7D598529-050B-4650-8CFA-717677CF3001}" type="presParOf" srcId="{287FD6E1-2E16-49DB-974C-19D255549B06}" destId="{59F3C725-6244-4BEC-98B6-31C25B07F5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38637-C30B-4A6C-8E18-8DDE64FCA3B3}">
      <dsp:nvSpPr>
        <dsp:cNvPr id="0" name=""/>
        <dsp:cNvSpPr/>
      </dsp:nvSpPr>
      <dsp:spPr>
        <a:xfrm>
          <a:off x="1336325" y="475099"/>
          <a:ext cx="2751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5115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66240" y="519289"/>
        <a:ext cx="15285" cy="3060"/>
      </dsp:txXfrm>
    </dsp:sp>
    <dsp:sp modelId="{0186DEB7-D713-4430-8FB1-12F3F77C8063}">
      <dsp:nvSpPr>
        <dsp:cNvPr id="0" name=""/>
        <dsp:cNvSpPr/>
      </dsp:nvSpPr>
      <dsp:spPr>
        <a:xfrm>
          <a:off x="8929" y="122060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Application Layers:</a:t>
          </a:r>
        </a:p>
      </dsp:txBody>
      <dsp:txXfrm>
        <a:off x="8929" y="122060"/>
        <a:ext cx="1329196" cy="797517"/>
      </dsp:txXfrm>
    </dsp:sp>
    <dsp:sp modelId="{98B0544A-5649-4EEE-9977-4A84E04030B9}">
      <dsp:nvSpPr>
        <dsp:cNvPr id="0" name=""/>
        <dsp:cNvSpPr/>
      </dsp:nvSpPr>
      <dsp:spPr>
        <a:xfrm>
          <a:off x="2971236" y="475099"/>
          <a:ext cx="2751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5115" y="45720"/>
              </a:lnTo>
            </a:path>
          </a:pathLst>
        </a:custGeom>
        <a:noFill/>
        <a:ln w="9525" cap="flat" cmpd="sng" algn="ctr">
          <a:solidFill>
            <a:schemeClr val="accent2">
              <a:hueOff val="292595"/>
              <a:satOff val="-365"/>
              <a:lumOff val="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1151" y="519289"/>
        <a:ext cx="15285" cy="3060"/>
      </dsp:txXfrm>
    </dsp:sp>
    <dsp:sp modelId="{5989EAF7-CE83-4B6B-A7D1-EDF4B66A5F67}">
      <dsp:nvSpPr>
        <dsp:cNvPr id="0" name=""/>
        <dsp:cNvSpPr/>
      </dsp:nvSpPr>
      <dsp:spPr>
        <a:xfrm>
          <a:off x="1643840" y="122060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275383"/>
                <a:satOff val="-343"/>
                <a:lumOff val="8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75383"/>
                <a:satOff val="-343"/>
                <a:lumOff val="8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Presentation Layer (Frontend)</a:t>
          </a:r>
        </a:p>
      </dsp:txBody>
      <dsp:txXfrm>
        <a:off x="1643840" y="122060"/>
        <a:ext cx="1329196" cy="797517"/>
      </dsp:txXfrm>
    </dsp:sp>
    <dsp:sp modelId="{1BB10B58-A6BB-4358-9165-7DFC094D10A1}">
      <dsp:nvSpPr>
        <dsp:cNvPr id="0" name=""/>
        <dsp:cNvSpPr/>
      </dsp:nvSpPr>
      <dsp:spPr>
        <a:xfrm>
          <a:off x="4606148" y="475099"/>
          <a:ext cx="2751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5115" y="45720"/>
              </a:lnTo>
            </a:path>
          </a:pathLst>
        </a:custGeom>
        <a:noFill/>
        <a:ln w="9525" cap="flat" cmpd="sng" algn="ctr">
          <a:solidFill>
            <a:schemeClr val="accent2">
              <a:hueOff val="585190"/>
              <a:satOff val="-730"/>
              <a:lumOff val="17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36062" y="519289"/>
        <a:ext cx="15285" cy="3060"/>
      </dsp:txXfrm>
    </dsp:sp>
    <dsp:sp modelId="{9ED274F2-917C-4880-ACAE-637FDEBE1F29}">
      <dsp:nvSpPr>
        <dsp:cNvPr id="0" name=""/>
        <dsp:cNvSpPr/>
      </dsp:nvSpPr>
      <dsp:spPr>
        <a:xfrm>
          <a:off x="3278751" y="122060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550767"/>
                <a:satOff val="-687"/>
                <a:lumOff val="16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550767"/>
                <a:satOff val="-687"/>
                <a:lumOff val="16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Framework: Flutter</a:t>
          </a:r>
        </a:p>
      </dsp:txBody>
      <dsp:txXfrm>
        <a:off x="3278751" y="122060"/>
        <a:ext cx="1329196" cy="797517"/>
      </dsp:txXfrm>
    </dsp:sp>
    <dsp:sp modelId="{86767C3A-38CC-4DA0-AA94-E2380E5A54D7}">
      <dsp:nvSpPr>
        <dsp:cNvPr id="0" name=""/>
        <dsp:cNvSpPr/>
      </dsp:nvSpPr>
      <dsp:spPr>
        <a:xfrm>
          <a:off x="6241059" y="475099"/>
          <a:ext cx="2751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5115" y="45720"/>
              </a:lnTo>
            </a:path>
          </a:pathLst>
        </a:custGeom>
        <a:noFill/>
        <a:ln w="9525" cap="flat" cmpd="sng" algn="ctr">
          <a:solidFill>
            <a:schemeClr val="accent2">
              <a:hueOff val="877785"/>
              <a:satOff val="-1095"/>
              <a:lumOff val="25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70974" y="519289"/>
        <a:ext cx="15285" cy="3060"/>
      </dsp:txXfrm>
    </dsp:sp>
    <dsp:sp modelId="{2EDD7133-BEB1-4BCE-BF38-393E60F9F833}">
      <dsp:nvSpPr>
        <dsp:cNvPr id="0" name=""/>
        <dsp:cNvSpPr/>
      </dsp:nvSpPr>
      <dsp:spPr>
        <a:xfrm>
          <a:off x="4913663" y="122060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826150"/>
                <a:satOff val="-1030"/>
                <a:lumOff val="24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826150"/>
                <a:satOff val="-1030"/>
                <a:lumOff val="24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Responsibilities:</a:t>
          </a:r>
        </a:p>
      </dsp:txBody>
      <dsp:txXfrm>
        <a:off x="4913663" y="122060"/>
        <a:ext cx="1329196" cy="797517"/>
      </dsp:txXfrm>
    </dsp:sp>
    <dsp:sp modelId="{75AA45B8-6172-4915-8DD0-EB2531682F65}">
      <dsp:nvSpPr>
        <dsp:cNvPr id="0" name=""/>
        <dsp:cNvSpPr/>
      </dsp:nvSpPr>
      <dsp:spPr>
        <a:xfrm>
          <a:off x="673527" y="917778"/>
          <a:ext cx="6539645" cy="275115"/>
        </a:xfrm>
        <a:custGeom>
          <a:avLst/>
          <a:gdLst/>
          <a:ahLst/>
          <a:cxnLst/>
          <a:rect l="0" t="0" r="0" b="0"/>
          <a:pathLst>
            <a:path>
              <a:moveTo>
                <a:pt x="6539645" y="0"/>
              </a:moveTo>
              <a:lnTo>
                <a:pt x="6539645" y="154657"/>
              </a:lnTo>
              <a:lnTo>
                <a:pt x="0" y="154657"/>
              </a:lnTo>
              <a:lnTo>
                <a:pt x="0" y="275115"/>
              </a:lnTo>
            </a:path>
          </a:pathLst>
        </a:custGeom>
        <a:noFill/>
        <a:ln w="9525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680" y="1053806"/>
        <a:ext cx="327339" cy="3060"/>
      </dsp:txXfrm>
    </dsp:sp>
    <dsp:sp modelId="{A14A4E57-D532-486F-BEA1-BD0775BE584F}">
      <dsp:nvSpPr>
        <dsp:cNvPr id="0" name=""/>
        <dsp:cNvSpPr/>
      </dsp:nvSpPr>
      <dsp:spPr>
        <a:xfrm>
          <a:off x="6548574" y="122060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1101534"/>
                <a:satOff val="-1374"/>
                <a:lumOff val="32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101534"/>
                <a:satOff val="-1374"/>
                <a:lumOff val="32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User-friendly interfaces for vulnerability scanning and password strength analysis.</a:t>
          </a:r>
        </a:p>
      </dsp:txBody>
      <dsp:txXfrm>
        <a:off x="6548574" y="122060"/>
        <a:ext cx="1329196" cy="797517"/>
      </dsp:txXfrm>
    </dsp:sp>
    <dsp:sp modelId="{F45E4968-B582-4840-9285-3B79EA9E8130}">
      <dsp:nvSpPr>
        <dsp:cNvPr id="0" name=""/>
        <dsp:cNvSpPr/>
      </dsp:nvSpPr>
      <dsp:spPr>
        <a:xfrm>
          <a:off x="1336325" y="1578332"/>
          <a:ext cx="2751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5115" y="45720"/>
              </a:lnTo>
            </a:path>
          </a:pathLst>
        </a:custGeom>
        <a:noFill/>
        <a:ln w="9525" cap="flat" cmpd="sng" algn="ctr">
          <a:solidFill>
            <a:schemeClr val="accent2">
              <a:hueOff val="1462975"/>
              <a:satOff val="-1825"/>
              <a:lumOff val="42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66240" y="1622522"/>
        <a:ext cx="15285" cy="3060"/>
      </dsp:txXfrm>
    </dsp:sp>
    <dsp:sp modelId="{F69B03A0-CD5C-4AB4-AFE8-22C3F5A7F22A}">
      <dsp:nvSpPr>
        <dsp:cNvPr id="0" name=""/>
        <dsp:cNvSpPr/>
      </dsp:nvSpPr>
      <dsp:spPr>
        <a:xfrm>
          <a:off x="8929" y="1225293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1376917"/>
                <a:satOff val="-1717"/>
                <a:lumOff val="40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376917"/>
                <a:satOff val="-1717"/>
                <a:lumOff val="40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Real-time updates and visualization of results.</a:t>
          </a:r>
        </a:p>
      </dsp:txBody>
      <dsp:txXfrm>
        <a:off x="8929" y="1225293"/>
        <a:ext cx="1329196" cy="797517"/>
      </dsp:txXfrm>
    </dsp:sp>
    <dsp:sp modelId="{19233DC1-9940-4E1B-AEA8-E857E85F4161}">
      <dsp:nvSpPr>
        <dsp:cNvPr id="0" name=""/>
        <dsp:cNvSpPr/>
      </dsp:nvSpPr>
      <dsp:spPr>
        <a:xfrm>
          <a:off x="2971236" y="1578332"/>
          <a:ext cx="2751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5115" y="45720"/>
              </a:lnTo>
            </a:path>
          </a:pathLst>
        </a:custGeom>
        <a:noFill/>
        <a:ln w="9525" cap="flat" cmpd="sng" algn="ctr">
          <a:solidFill>
            <a:schemeClr val="accent2">
              <a:hueOff val="1755570"/>
              <a:satOff val="-2190"/>
              <a:lumOff val="5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1151" y="1622522"/>
        <a:ext cx="15285" cy="3060"/>
      </dsp:txXfrm>
    </dsp:sp>
    <dsp:sp modelId="{56FB3AE5-D4EE-41A8-AE8A-29FA9B1BC023}">
      <dsp:nvSpPr>
        <dsp:cNvPr id="0" name=""/>
        <dsp:cNvSpPr/>
      </dsp:nvSpPr>
      <dsp:spPr>
        <a:xfrm>
          <a:off x="1643840" y="1225293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1652301"/>
                <a:satOff val="-2061"/>
                <a:lumOff val="48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652301"/>
                <a:satOff val="-2061"/>
                <a:lumOff val="48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Dynamic UI updates and elegant designs.</a:t>
          </a:r>
        </a:p>
      </dsp:txBody>
      <dsp:txXfrm>
        <a:off x="1643840" y="1225293"/>
        <a:ext cx="1329196" cy="797517"/>
      </dsp:txXfrm>
    </dsp:sp>
    <dsp:sp modelId="{63DB56FA-9B7B-4795-A67F-50754C1EE6E0}">
      <dsp:nvSpPr>
        <dsp:cNvPr id="0" name=""/>
        <dsp:cNvSpPr/>
      </dsp:nvSpPr>
      <dsp:spPr>
        <a:xfrm>
          <a:off x="4606148" y="1578332"/>
          <a:ext cx="2751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5115" y="45720"/>
              </a:lnTo>
            </a:path>
          </a:pathLst>
        </a:custGeom>
        <a:noFill/>
        <a:ln w="9525" cap="flat" cmpd="sng" algn="ctr">
          <a:solidFill>
            <a:schemeClr val="accent2">
              <a:hueOff val="2048164"/>
              <a:satOff val="-2555"/>
              <a:lumOff val="60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36062" y="1622522"/>
        <a:ext cx="15285" cy="3060"/>
      </dsp:txXfrm>
    </dsp:sp>
    <dsp:sp modelId="{369B9A61-2CC7-4999-A761-AC3C55C1D811}">
      <dsp:nvSpPr>
        <dsp:cNvPr id="0" name=""/>
        <dsp:cNvSpPr/>
      </dsp:nvSpPr>
      <dsp:spPr>
        <a:xfrm>
          <a:off x="3278751" y="1225293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1927684"/>
                <a:satOff val="-2404"/>
                <a:lumOff val="56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927684"/>
                <a:satOff val="-2404"/>
                <a:lumOff val="56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Business Logic Layer (Core Functionality)</a:t>
          </a:r>
        </a:p>
      </dsp:txBody>
      <dsp:txXfrm>
        <a:off x="3278751" y="1225293"/>
        <a:ext cx="1329196" cy="797517"/>
      </dsp:txXfrm>
    </dsp:sp>
    <dsp:sp modelId="{2DE1CABD-12AB-440A-87F7-238895C93D5E}">
      <dsp:nvSpPr>
        <dsp:cNvPr id="0" name=""/>
        <dsp:cNvSpPr/>
      </dsp:nvSpPr>
      <dsp:spPr>
        <a:xfrm>
          <a:off x="6241059" y="1578332"/>
          <a:ext cx="2751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5115" y="45720"/>
              </a:lnTo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70974" y="1622522"/>
        <a:ext cx="15285" cy="3060"/>
      </dsp:txXfrm>
    </dsp:sp>
    <dsp:sp modelId="{14487BAD-8AF7-4E74-B7AF-F9FA034B91DC}">
      <dsp:nvSpPr>
        <dsp:cNvPr id="0" name=""/>
        <dsp:cNvSpPr/>
      </dsp:nvSpPr>
      <dsp:spPr>
        <a:xfrm>
          <a:off x="4913663" y="1225293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2203068"/>
                <a:satOff val="-2748"/>
                <a:lumOff val="64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203068"/>
                <a:satOff val="-2748"/>
                <a:lumOff val="64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Vulnerability Scanner:</a:t>
          </a:r>
        </a:p>
      </dsp:txBody>
      <dsp:txXfrm>
        <a:off x="4913663" y="1225293"/>
        <a:ext cx="1329196" cy="797517"/>
      </dsp:txXfrm>
    </dsp:sp>
    <dsp:sp modelId="{F3601B6F-55AC-4F67-8806-DD90E45A603C}">
      <dsp:nvSpPr>
        <dsp:cNvPr id="0" name=""/>
        <dsp:cNvSpPr/>
      </dsp:nvSpPr>
      <dsp:spPr>
        <a:xfrm>
          <a:off x="673527" y="2021011"/>
          <a:ext cx="6539645" cy="275115"/>
        </a:xfrm>
        <a:custGeom>
          <a:avLst/>
          <a:gdLst/>
          <a:ahLst/>
          <a:cxnLst/>
          <a:rect l="0" t="0" r="0" b="0"/>
          <a:pathLst>
            <a:path>
              <a:moveTo>
                <a:pt x="6539645" y="0"/>
              </a:moveTo>
              <a:lnTo>
                <a:pt x="6539645" y="154657"/>
              </a:lnTo>
              <a:lnTo>
                <a:pt x="0" y="154657"/>
              </a:lnTo>
              <a:lnTo>
                <a:pt x="0" y="275115"/>
              </a:lnTo>
            </a:path>
          </a:pathLst>
        </a:custGeom>
        <a:noFill/>
        <a:ln w="9525" cap="flat" cmpd="sng" algn="ctr">
          <a:solidFill>
            <a:schemeClr val="accent2">
              <a:hueOff val="2633354"/>
              <a:satOff val="-3284"/>
              <a:lumOff val="77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680" y="2157038"/>
        <a:ext cx="327339" cy="3060"/>
      </dsp:txXfrm>
    </dsp:sp>
    <dsp:sp modelId="{561181F2-F868-40E7-8861-6DD70EA0338D}">
      <dsp:nvSpPr>
        <dsp:cNvPr id="0" name=""/>
        <dsp:cNvSpPr/>
      </dsp:nvSpPr>
      <dsp:spPr>
        <a:xfrm>
          <a:off x="6548574" y="1225293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2478451"/>
                <a:satOff val="-3091"/>
                <a:lumOff val="72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478451"/>
                <a:satOff val="-3091"/>
                <a:lumOff val="72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Port scanning with TCP socket connections.</a:t>
          </a:r>
        </a:p>
      </dsp:txBody>
      <dsp:txXfrm>
        <a:off x="6548574" y="1225293"/>
        <a:ext cx="1329196" cy="797517"/>
      </dsp:txXfrm>
    </dsp:sp>
    <dsp:sp modelId="{BBC46F44-5C3C-4D7D-81C7-3E2BB36ECC2E}">
      <dsp:nvSpPr>
        <dsp:cNvPr id="0" name=""/>
        <dsp:cNvSpPr/>
      </dsp:nvSpPr>
      <dsp:spPr>
        <a:xfrm>
          <a:off x="1336325" y="2681565"/>
          <a:ext cx="2751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5115" y="45720"/>
              </a:lnTo>
            </a:path>
          </a:pathLst>
        </a:custGeom>
        <a:noFill/>
        <a:ln w="9525" cap="flat" cmpd="sng" algn="ctr">
          <a:solidFill>
            <a:schemeClr val="accent2">
              <a:hueOff val="2925949"/>
              <a:satOff val="-3649"/>
              <a:lumOff val="8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66240" y="2725755"/>
        <a:ext cx="15285" cy="3060"/>
      </dsp:txXfrm>
    </dsp:sp>
    <dsp:sp modelId="{58CB6D2A-97D0-44FD-B2E2-4FDE4CE23A99}">
      <dsp:nvSpPr>
        <dsp:cNvPr id="0" name=""/>
        <dsp:cNvSpPr/>
      </dsp:nvSpPr>
      <dsp:spPr>
        <a:xfrm>
          <a:off x="8929" y="2328526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2753835"/>
                <a:satOff val="-3435"/>
                <a:lumOff val="80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753835"/>
                <a:satOff val="-3435"/>
                <a:lumOff val="80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Malicious URL Detection:</a:t>
          </a:r>
        </a:p>
      </dsp:txBody>
      <dsp:txXfrm>
        <a:off x="8929" y="2328526"/>
        <a:ext cx="1329196" cy="797517"/>
      </dsp:txXfrm>
    </dsp:sp>
    <dsp:sp modelId="{C1D606D0-10FA-4588-905A-C834FC16AAA2}">
      <dsp:nvSpPr>
        <dsp:cNvPr id="0" name=""/>
        <dsp:cNvSpPr/>
      </dsp:nvSpPr>
      <dsp:spPr>
        <a:xfrm>
          <a:off x="2971236" y="2681565"/>
          <a:ext cx="2751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5115" y="45720"/>
              </a:lnTo>
            </a:path>
          </a:pathLst>
        </a:custGeom>
        <a:noFill/>
        <a:ln w="9525" cap="flat" cmpd="sng" algn="ctr">
          <a:solidFill>
            <a:schemeClr val="accent2">
              <a:hueOff val="3218544"/>
              <a:satOff val="-4014"/>
              <a:lumOff val="94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1151" y="2725755"/>
        <a:ext cx="15285" cy="3060"/>
      </dsp:txXfrm>
    </dsp:sp>
    <dsp:sp modelId="{997041C9-B7AE-4AA5-9730-A660FEF0ED32}">
      <dsp:nvSpPr>
        <dsp:cNvPr id="0" name=""/>
        <dsp:cNvSpPr/>
      </dsp:nvSpPr>
      <dsp:spPr>
        <a:xfrm>
          <a:off x="1643840" y="2328526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3029218"/>
                <a:satOff val="-3778"/>
                <a:lumOff val="88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029218"/>
                <a:satOff val="-3778"/>
                <a:lumOff val="88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Google Safe Browsing API for URL safety checks.</a:t>
          </a:r>
        </a:p>
      </dsp:txBody>
      <dsp:txXfrm>
        <a:off x="1643840" y="2328526"/>
        <a:ext cx="1329196" cy="797517"/>
      </dsp:txXfrm>
    </dsp:sp>
    <dsp:sp modelId="{BEA88C30-151A-46A0-8436-B42E0E4BE07D}">
      <dsp:nvSpPr>
        <dsp:cNvPr id="0" name=""/>
        <dsp:cNvSpPr/>
      </dsp:nvSpPr>
      <dsp:spPr>
        <a:xfrm>
          <a:off x="4606148" y="2681565"/>
          <a:ext cx="2751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5115" y="45720"/>
              </a:lnTo>
            </a:path>
          </a:pathLst>
        </a:custGeom>
        <a:noFill/>
        <a:ln w="9525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36062" y="2725755"/>
        <a:ext cx="15285" cy="3060"/>
      </dsp:txXfrm>
    </dsp:sp>
    <dsp:sp modelId="{FD540185-8F76-4A7E-BB98-2706442EBF79}">
      <dsp:nvSpPr>
        <dsp:cNvPr id="0" name=""/>
        <dsp:cNvSpPr/>
      </dsp:nvSpPr>
      <dsp:spPr>
        <a:xfrm>
          <a:off x="3278751" y="2328526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3304602"/>
                <a:satOff val="-4122"/>
                <a:lumOff val="96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304602"/>
                <a:satOff val="-4122"/>
                <a:lumOff val="96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Password Strength Analyzer:</a:t>
          </a:r>
        </a:p>
      </dsp:txBody>
      <dsp:txXfrm>
        <a:off x="3278751" y="2328526"/>
        <a:ext cx="1329196" cy="797517"/>
      </dsp:txXfrm>
    </dsp:sp>
    <dsp:sp modelId="{2FF69E10-6573-4FC3-AC89-CB0B46184E44}">
      <dsp:nvSpPr>
        <dsp:cNvPr id="0" name=""/>
        <dsp:cNvSpPr/>
      </dsp:nvSpPr>
      <dsp:spPr>
        <a:xfrm>
          <a:off x="6241059" y="2681565"/>
          <a:ext cx="2751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5115" y="45720"/>
              </a:lnTo>
            </a:path>
          </a:pathLst>
        </a:custGeom>
        <a:noFill/>
        <a:ln w="9525" cap="flat" cmpd="sng" algn="ctr">
          <a:solidFill>
            <a:schemeClr val="accent2">
              <a:hueOff val="3803734"/>
              <a:satOff val="-4744"/>
              <a:lumOff val="111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70974" y="2725755"/>
        <a:ext cx="15285" cy="3060"/>
      </dsp:txXfrm>
    </dsp:sp>
    <dsp:sp modelId="{F45F2C0C-28B2-45AC-A24C-41A5BEF88E0E}">
      <dsp:nvSpPr>
        <dsp:cNvPr id="0" name=""/>
        <dsp:cNvSpPr/>
      </dsp:nvSpPr>
      <dsp:spPr>
        <a:xfrm>
          <a:off x="4913663" y="2328526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3579985"/>
                <a:satOff val="-4465"/>
                <a:lumOff val="105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579985"/>
                <a:satOff val="-4465"/>
                <a:lumOff val="105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Entropy and common password checks.</a:t>
          </a:r>
        </a:p>
      </dsp:txBody>
      <dsp:txXfrm>
        <a:off x="4913663" y="2328526"/>
        <a:ext cx="1329196" cy="797517"/>
      </dsp:txXfrm>
    </dsp:sp>
    <dsp:sp modelId="{20F699CD-2018-4BA1-8796-74236206B8A3}">
      <dsp:nvSpPr>
        <dsp:cNvPr id="0" name=""/>
        <dsp:cNvSpPr/>
      </dsp:nvSpPr>
      <dsp:spPr>
        <a:xfrm>
          <a:off x="673527" y="3124244"/>
          <a:ext cx="6539645" cy="275115"/>
        </a:xfrm>
        <a:custGeom>
          <a:avLst/>
          <a:gdLst/>
          <a:ahLst/>
          <a:cxnLst/>
          <a:rect l="0" t="0" r="0" b="0"/>
          <a:pathLst>
            <a:path>
              <a:moveTo>
                <a:pt x="6539645" y="0"/>
              </a:moveTo>
              <a:lnTo>
                <a:pt x="6539645" y="154657"/>
              </a:lnTo>
              <a:lnTo>
                <a:pt x="0" y="154657"/>
              </a:lnTo>
              <a:lnTo>
                <a:pt x="0" y="275115"/>
              </a:lnTo>
            </a:path>
          </a:pathLst>
        </a:custGeom>
        <a:noFill/>
        <a:ln w="9525" cap="flat" cmpd="sng" algn="ctr">
          <a:solidFill>
            <a:schemeClr val="accent2">
              <a:hueOff val="4096329"/>
              <a:satOff val="-5109"/>
              <a:lumOff val="120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79680" y="3260271"/>
        <a:ext cx="327339" cy="3060"/>
      </dsp:txXfrm>
    </dsp:sp>
    <dsp:sp modelId="{CC139A73-6241-47E7-B1DB-6AF8FCB7B31F}">
      <dsp:nvSpPr>
        <dsp:cNvPr id="0" name=""/>
        <dsp:cNvSpPr/>
      </dsp:nvSpPr>
      <dsp:spPr>
        <a:xfrm>
          <a:off x="6548574" y="2328526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3855368"/>
                <a:satOff val="-4809"/>
                <a:lumOff val="113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855368"/>
                <a:satOff val="-4809"/>
                <a:lumOff val="113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Data Layer:</a:t>
          </a:r>
        </a:p>
      </dsp:txBody>
      <dsp:txXfrm>
        <a:off x="6548574" y="2328526"/>
        <a:ext cx="1329196" cy="797517"/>
      </dsp:txXfrm>
    </dsp:sp>
    <dsp:sp modelId="{64FE737E-CB5E-472D-8539-6CA245DC3238}">
      <dsp:nvSpPr>
        <dsp:cNvPr id="0" name=""/>
        <dsp:cNvSpPr/>
      </dsp:nvSpPr>
      <dsp:spPr>
        <a:xfrm>
          <a:off x="1336325" y="3784798"/>
          <a:ext cx="2751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5115" y="45720"/>
              </a:lnTo>
            </a:path>
          </a:pathLst>
        </a:custGeom>
        <a:noFill/>
        <a:ln w="9525" cap="flat" cmpd="sng" algn="ctr">
          <a:solidFill>
            <a:schemeClr val="accent2">
              <a:hueOff val="4388924"/>
              <a:satOff val="-5474"/>
              <a:lumOff val="128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66240" y="3828988"/>
        <a:ext cx="15285" cy="3060"/>
      </dsp:txXfrm>
    </dsp:sp>
    <dsp:sp modelId="{2824DC9B-3D28-4E5D-B9D9-871269B58D25}">
      <dsp:nvSpPr>
        <dsp:cNvPr id="0" name=""/>
        <dsp:cNvSpPr/>
      </dsp:nvSpPr>
      <dsp:spPr>
        <a:xfrm>
          <a:off x="8929" y="3431759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4130752"/>
                <a:satOff val="-5152"/>
                <a:lumOff val="121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130752"/>
                <a:satOff val="-5152"/>
                <a:lumOff val="121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Static Resources: Common password lists, malicious patterns.</a:t>
          </a:r>
        </a:p>
      </dsp:txBody>
      <dsp:txXfrm>
        <a:off x="8929" y="3431759"/>
        <a:ext cx="1329196" cy="797517"/>
      </dsp:txXfrm>
    </dsp:sp>
    <dsp:sp modelId="{61BD9CCD-4BD4-400B-A0B7-FFB931269439}">
      <dsp:nvSpPr>
        <dsp:cNvPr id="0" name=""/>
        <dsp:cNvSpPr/>
      </dsp:nvSpPr>
      <dsp:spPr>
        <a:xfrm>
          <a:off x="2971236" y="3784798"/>
          <a:ext cx="2751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5115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1151" y="3828988"/>
        <a:ext cx="15285" cy="3060"/>
      </dsp:txXfrm>
    </dsp:sp>
    <dsp:sp modelId="{DC2F718A-F9CA-42C2-A8C1-84B50207F35C}">
      <dsp:nvSpPr>
        <dsp:cNvPr id="0" name=""/>
        <dsp:cNvSpPr/>
      </dsp:nvSpPr>
      <dsp:spPr>
        <a:xfrm>
          <a:off x="1643840" y="3431759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4406136"/>
                <a:satOff val="-5496"/>
                <a:lumOff val="129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406136"/>
                <a:satOff val="-5496"/>
                <a:lumOff val="129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External APIs: Google Safe Browsing API.</a:t>
          </a:r>
        </a:p>
      </dsp:txBody>
      <dsp:txXfrm>
        <a:off x="1643840" y="3431759"/>
        <a:ext cx="1329196" cy="797517"/>
      </dsp:txXfrm>
    </dsp:sp>
    <dsp:sp modelId="{22665DE9-680D-4C45-AA19-304834956C61}">
      <dsp:nvSpPr>
        <dsp:cNvPr id="0" name=""/>
        <dsp:cNvSpPr/>
      </dsp:nvSpPr>
      <dsp:spPr>
        <a:xfrm>
          <a:off x="3278751" y="3431759"/>
          <a:ext cx="1329196" cy="797517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5132" tIns="68367" rIns="65132" bIns="6836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Local Storage: Temporary scan result storage.</a:t>
          </a:r>
        </a:p>
      </dsp:txBody>
      <dsp:txXfrm>
        <a:off x="3278751" y="3431759"/>
        <a:ext cx="1329196" cy="7975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5A757F-5E50-4017-8E6C-9F248C0BD5A0}">
      <dsp:nvSpPr>
        <dsp:cNvPr id="0" name=""/>
        <dsp:cNvSpPr/>
      </dsp:nvSpPr>
      <dsp:spPr>
        <a:xfrm>
          <a:off x="0" y="25523"/>
          <a:ext cx="7886700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1. Frontend:</a:t>
          </a:r>
        </a:p>
      </dsp:txBody>
      <dsp:txXfrm>
        <a:off x="21075" y="46598"/>
        <a:ext cx="7844550" cy="389580"/>
      </dsp:txXfrm>
    </dsp:sp>
    <dsp:sp modelId="{C3E03F26-77A7-4B55-9F71-55C63572104D}">
      <dsp:nvSpPr>
        <dsp:cNvPr id="0" name=""/>
        <dsp:cNvSpPr/>
      </dsp:nvSpPr>
      <dsp:spPr>
        <a:xfrm>
          <a:off x="0" y="509093"/>
          <a:ext cx="7886700" cy="431730"/>
        </a:xfrm>
        <a:prstGeom prst="roundRect">
          <a:avLst/>
        </a:prstGeom>
        <a:solidFill>
          <a:schemeClr val="accent2">
            <a:hueOff val="585190"/>
            <a:satOff val="-730"/>
            <a:lumOff val="1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Framework: Flutter</a:t>
          </a:r>
        </a:p>
      </dsp:txBody>
      <dsp:txXfrm>
        <a:off x="21075" y="530168"/>
        <a:ext cx="7844550" cy="389580"/>
      </dsp:txXfrm>
    </dsp:sp>
    <dsp:sp modelId="{0A8B52B5-B7A3-4768-8F42-16D1FBBDB5EA}">
      <dsp:nvSpPr>
        <dsp:cNvPr id="0" name=""/>
        <dsp:cNvSpPr/>
      </dsp:nvSpPr>
      <dsp:spPr>
        <a:xfrm>
          <a:off x="0" y="992664"/>
          <a:ext cx="7886700" cy="43173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Libraries: network_info_plus, mobile_scanner, http</a:t>
          </a:r>
        </a:p>
      </dsp:txBody>
      <dsp:txXfrm>
        <a:off x="21075" y="1013739"/>
        <a:ext cx="7844550" cy="389580"/>
      </dsp:txXfrm>
    </dsp:sp>
    <dsp:sp modelId="{0CC47A2D-3763-4F5E-B744-ED569FF6B523}">
      <dsp:nvSpPr>
        <dsp:cNvPr id="0" name=""/>
        <dsp:cNvSpPr/>
      </dsp:nvSpPr>
      <dsp:spPr>
        <a:xfrm>
          <a:off x="0" y="1476233"/>
          <a:ext cx="7886700" cy="431730"/>
        </a:xfrm>
        <a:prstGeom prst="roundRect">
          <a:avLst/>
        </a:prstGeom>
        <a:solidFill>
          <a:schemeClr val="accent2">
            <a:hueOff val="1755570"/>
            <a:satOff val="-2190"/>
            <a:lumOff val="5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2. Backend Logic:</a:t>
          </a:r>
        </a:p>
      </dsp:txBody>
      <dsp:txXfrm>
        <a:off x="21075" y="1497308"/>
        <a:ext cx="7844550" cy="389580"/>
      </dsp:txXfrm>
    </dsp:sp>
    <dsp:sp modelId="{68FFA8F4-1EEF-4391-84A2-B6CCDF2396C7}">
      <dsp:nvSpPr>
        <dsp:cNvPr id="0" name=""/>
        <dsp:cNvSpPr/>
      </dsp:nvSpPr>
      <dsp:spPr>
        <a:xfrm>
          <a:off x="0" y="1959803"/>
          <a:ext cx="7886700" cy="43173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Vulnerability Scanning: Socket programming for port scanning.</a:t>
          </a:r>
        </a:p>
      </dsp:txBody>
      <dsp:txXfrm>
        <a:off x="21075" y="1980878"/>
        <a:ext cx="7844550" cy="389580"/>
      </dsp:txXfrm>
    </dsp:sp>
    <dsp:sp modelId="{5CE1FF2D-CA2B-43A4-8098-D85C0414008E}">
      <dsp:nvSpPr>
        <dsp:cNvPr id="0" name=""/>
        <dsp:cNvSpPr/>
      </dsp:nvSpPr>
      <dsp:spPr>
        <a:xfrm>
          <a:off x="0" y="2443374"/>
          <a:ext cx="7886700" cy="431730"/>
        </a:xfrm>
        <a:prstGeom prst="roundRect">
          <a:avLst/>
        </a:prstGeom>
        <a:solidFill>
          <a:schemeClr val="accent2">
            <a:hueOff val="2925949"/>
            <a:satOff val="-3649"/>
            <a:lumOff val="8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URL and QR Code Analysis: Regular expressions, Google Safe Browsing API.</a:t>
          </a:r>
        </a:p>
      </dsp:txBody>
      <dsp:txXfrm>
        <a:off x="21075" y="2464449"/>
        <a:ext cx="7844550" cy="389580"/>
      </dsp:txXfrm>
    </dsp:sp>
    <dsp:sp modelId="{381C60BE-BDE6-4808-B27D-E38471285AF9}">
      <dsp:nvSpPr>
        <dsp:cNvPr id="0" name=""/>
        <dsp:cNvSpPr/>
      </dsp:nvSpPr>
      <dsp:spPr>
        <a:xfrm>
          <a:off x="0" y="2926944"/>
          <a:ext cx="7886700" cy="43173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3. Deployment:</a:t>
          </a:r>
        </a:p>
      </dsp:txBody>
      <dsp:txXfrm>
        <a:off x="21075" y="2948019"/>
        <a:ext cx="7844550" cy="389580"/>
      </dsp:txXfrm>
    </dsp:sp>
    <dsp:sp modelId="{1ABEF64F-F592-48A0-94F7-07CFCE342FDF}">
      <dsp:nvSpPr>
        <dsp:cNvPr id="0" name=""/>
        <dsp:cNvSpPr/>
      </dsp:nvSpPr>
      <dsp:spPr>
        <a:xfrm>
          <a:off x="0" y="3410514"/>
          <a:ext cx="7886700" cy="431730"/>
        </a:xfrm>
        <a:prstGeom prst="roundRect">
          <a:avLst/>
        </a:prstGeom>
        <a:solidFill>
          <a:schemeClr val="accent2">
            <a:hueOff val="4096329"/>
            <a:satOff val="-5109"/>
            <a:lumOff val="12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Platforms: Android and iOS.</a:t>
          </a:r>
        </a:p>
      </dsp:txBody>
      <dsp:txXfrm>
        <a:off x="21075" y="3431589"/>
        <a:ext cx="7844550" cy="389580"/>
      </dsp:txXfrm>
    </dsp:sp>
    <dsp:sp modelId="{8F8170B0-8231-49C0-9ECE-395C571C7F57}">
      <dsp:nvSpPr>
        <dsp:cNvPr id="0" name=""/>
        <dsp:cNvSpPr/>
      </dsp:nvSpPr>
      <dsp:spPr>
        <a:xfrm>
          <a:off x="0" y="3894084"/>
          <a:ext cx="7886700" cy="4317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Cloud Integration: Safe Browsing API calls.</a:t>
          </a:r>
        </a:p>
      </dsp:txBody>
      <dsp:txXfrm>
        <a:off x="21075" y="3915159"/>
        <a:ext cx="7844550" cy="3895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F3FBA2-0231-4A90-BDB7-2679491AC96F}">
      <dsp:nvSpPr>
        <dsp:cNvPr id="0" name=""/>
        <dsp:cNvSpPr/>
      </dsp:nvSpPr>
      <dsp:spPr>
        <a:xfrm>
          <a:off x="165930" y="453578"/>
          <a:ext cx="654908" cy="65490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843C7D-77A5-4A45-B52A-F50541B705F8}">
      <dsp:nvSpPr>
        <dsp:cNvPr id="0" name=""/>
        <dsp:cNvSpPr/>
      </dsp:nvSpPr>
      <dsp:spPr>
        <a:xfrm>
          <a:off x="303461" y="591109"/>
          <a:ext cx="379847" cy="3798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A9A70-502D-4ED1-8AFE-F6CFB8D04369}">
      <dsp:nvSpPr>
        <dsp:cNvPr id="0" name=""/>
        <dsp:cNvSpPr/>
      </dsp:nvSpPr>
      <dsp:spPr>
        <a:xfrm>
          <a:off x="961176" y="453578"/>
          <a:ext cx="1543713" cy="654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Vulnerability Scanner:</a:t>
          </a:r>
        </a:p>
      </dsp:txBody>
      <dsp:txXfrm>
        <a:off x="961176" y="453578"/>
        <a:ext cx="1543713" cy="654908"/>
      </dsp:txXfrm>
    </dsp:sp>
    <dsp:sp modelId="{3D7BD8F9-F251-4151-B309-7FCD0427F36B}">
      <dsp:nvSpPr>
        <dsp:cNvPr id="0" name=""/>
        <dsp:cNvSpPr/>
      </dsp:nvSpPr>
      <dsp:spPr>
        <a:xfrm>
          <a:off x="2773870" y="453578"/>
          <a:ext cx="654908" cy="65490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A09966-D69C-4DEA-A119-25D58A455068}">
      <dsp:nvSpPr>
        <dsp:cNvPr id="0" name=""/>
        <dsp:cNvSpPr/>
      </dsp:nvSpPr>
      <dsp:spPr>
        <a:xfrm>
          <a:off x="2911401" y="591109"/>
          <a:ext cx="379847" cy="3798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16C521-C918-4FFD-A814-26DC355A9D20}">
      <dsp:nvSpPr>
        <dsp:cNvPr id="0" name=""/>
        <dsp:cNvSpPr/>
      </dsp:nvSpPr>
      <dsp:spPr>
        <a:xfrm>
          <a:off x="3569116" y="453578"/>
          <a:ext cx="1543713" cy="654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Detects connected devices, scans open ports.</a:t>
          </a:r>
        </a:p>
      </dsp:txBody>
      <dsp:txXfrm>
        <a:off x="3569116" y="453578"/>
        <a:ext cx="1543713" cy="654908"/>
      </dsp:txXfrm>
    </dsp:sp>
    <dsp:sp modelId="{5440A3A4-90BD-49FC-85DD-E259BCF46D75}">
      <dsp:nvSpPr>
        <dsp:cNvPr id="0" name=""/>
        <dsp:cNvSpPr/>
      </dsp:nvSpPr>
      <dsp:spPr>
        <a:xfrm>
          <a:off x="5381810" y="453578"/>
          <a:ext cx="654908" cy="65490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87B37F-8CDF-4793-93C4-DF6D2C52079A}">
      <dsp:nvSpPr>
        <dsp:cNvPr id="0" name=""/>
        <dsp:cNvSpPr/>
      </dsp:nvSpPr>
      <dsp:spPr>
        <a:xfrm>
          <a:off x="5519340" y="591109"/>
          <a:ext cx="379847" cy="3798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C6D04-72D9-4020-8965-1AE55994A4B3}">
      <dsp:nvSpPr>
        <dsp:cNvPr id="0" name=""/>
        <dsp:cNvSpPr/>
      </dsp:nvSpPr>
      <dsp:spPr>
        <a:xfrm>
          <a:off x="6177056" y="453578"/>
          <a:ext cx="1543713" cy="654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Displays results in real-time.</a:t>
          </a:r>
        </a:p>
      </dsp:txBody>
      <dsp:txXfrm>
        <a:off x="6177056" y="453578"/>
        <a:ext cx="1543713" cy="654908"/>
      </dsp:txXfrm>
    </dsp:sp>
    <dsp:sp modelId="{DC06B3EB-C10D-4C5A-B624-C7A2B98219D0}">
      <dsp:nvSpPr>
        <dsp:cNvPr id="0" name=""/>
        <dsp:cNvSpPr/>
      </dsp:nvSpPr>
      <dsp:spPr>
        <a:xfrm>
          <a:off x="165930" y="1848214"/>
          <a:ext cx="654908" cy="65490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CECA2-C7B5-4793-BDC3-F2A2185183D0}">
      <dsp:nvSpPr>
        <dsp:cNvPr id="0" name=""/>
        <dsp:cNvSpPr/>
      </dsp:nvSpPr>
      <dsp:spPr>
        <a:xfrm>
          <a:off x="303461" y="1985745"/>
          <a:ext cx="379847" cy="3798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1A967-502E-4C4A-A9CA-1B9C8AA0A2C1}">
      <dsp:nvSpPr>
        <dsp:cNvPr id="0" name=""/>
        <dsp:cNvSpPr/>
      </dsp:nvSpPr>
      <dsp:spPr>
        <a:xfrm>
          <a:off x="961176" y="1848214"/>
          <a:ext cx="1543713" cy="654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Malicious URL and Pattern Detection:</a:t>
          </a:r>
        </a:p>
      </dsp:txBody>
      <dsp:txXfrm>
        <a:off x="961176" y="1848214"/>
        <a:ext cx="1543713" cy="654908"/>
      </dsp:txXfrm>
    </dsp:sp>
    <dsp:sp modelId="{F0E19D82-5C85-459A-A1A4-BBF9855A1BA0}">
      <dsp:nvSpPr>
        <dsp:cNvPr id="0" name=""/>
        <dsp:cNvSpPr/>
      </dsp:nvSpPr>
      <dsp:spPr>
        <a:xfrm>
          <a:off x="2773870" y="1848214"/>
          <a:ext cx="654908" cy="65490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A18D80-B6C6-4F46-BA95-306AD70EB1C2}">
      <dsp:nvSpPr>
        <dsp:cNvPr id="0" name=""/>
        <dsp:cNvSpPr/>
      </dsp:nvSpPr>
      <dsp:spPr>
        <a:xfrm>
          <a:off x="2911401" y="1985745"/>
          <a:ext cx="379847" cy="3798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E54DB9-0461-43C6-A0E1-89B4D2E4BA42}">
      <dsp:nvSpPr>
        <dsp:cNvPr id="0" name=""/>
        <dsp:cNvSpPr/>
      </dsp:nvSpPr>
      <dsp:spPr>
        <a:xfrm>
          <a:off x="3569116" y="1848214"/>
          <a:ext cx="1543713" cy="654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Analyzes QR codes for unsafe patterns, validates URLs.</a:t>
          </a:r>
        </a:p>
      </dsp:txBody>
      <dsp:txXfrm>
        <a:off x="3569116" y="1848214"/>
        <a:ext cx="1543713" cy="654908"/>
      </dsp:txXfrm>
    </dsp:sp>
    <dsp:sp modelId="{4CB2BC94-0356-4387-AFC5-B725F8256A2E}">
      <dsp:nvSpPr>
        <dsp:cNvPr id="0" name=""/>
        <dsp:cNvSpPr/>
      </dsp:nvSpPr>
      <dsp:spPr>
        <a:xfrm>
          <a:off x="5381810" y="1848214"/>
          <a:ext cx="654908" cy="65490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8260FB-16D8-41C8-AB3D-A3B2D29CDF75}">
      <dsp:nvSpPr>
        <dsp:cNvPr id="0" name=""/>
        <dsp:cNvSpPr/>
      </dsp:nvSpPr>
      <dsp:spPr>
        <a:xfrm>
          <a:off x="5519340" y="1985745"/>
          <a:ext cx="379847" cy="37984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C5872-3095-4A14-94D2-490C4FF45D14}">
      <dsp:nvSpPr>
        <dsp:cNvPr id="0" name=""/>
        <dsp:cNvSpPr/>
      </dsp:nvSpPr>
      <dsp:spPr>
        <a:xfrm>
          <a:off x="6177056" y="1848214"/>
          <a:ext cx="1543713" cy="654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Password Strength Analyzer:</a:t>
          </a:r>
        </a:p>
      </dsp:txBody>
      <dsp:txXfrm>
        <a:off x="6177056" y="1848214"/>
        <a:ext cx="1543713" cy="654908"/>
      </dsp:txXfrm>
    </dsp:sp>
    <dsp:sp modelId="{2475B001-CDDE-4759-9304-9E25871D16A8}">
      <dsp:nvSpPr>
        <dsp:cNvPr id="0" name=""/>
        <dsp:cNvSpPr/>
      </dsp:nvSpPr>
      <dsp:spPr>
        <a:xfrm>
          <a:off x="165930" y="3242850"/>
          <a:ext cx="654908" cy="65490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2565CD-741F-467C-86A9-66C22A7F69D0}">
      <dsp:nvSpPr>
        <dsp:cNvPr id="0" name=""/>
        <dsp:cNvSpPr/>
      </dsp:nvSpPr>
      <dsp:spPr>
        <a:xfrm>
          <a:off x="303461" y="3380381"/>
          <a:ext cx="379847" cy="37984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9276C-7BF4-4666-A602-E81CF48B67E1}">
      <dsp:nvSpPr>
        <dsp:cNvPr id="0" name=""/>
        <dsp:cNvSpPr/>
      </dsp:nvSpPr>
      <dsp:spPr>
        <a:xfrm>
          <a:off x="961176" y="3242850"/>
          <a:ext cx="1543713" cy="654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Evaluates password strength and provides actionable suggestions.</a:t>
          </a:r>
        </a:p>
      </dsp:txBody>
      <dsp:txXfrm>
        <a:off x="961176" y="3242850"/>
        <a:ext cx="1543713" cy="6549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9E0BA0-06F3-4A11-A31F-7CBA62393758}">
      <dsp:nvSpPr>
        <dsp:cNvPr id="0" name=""/>
        <dsp:cNvSpPr/>
      </dsp:nvSpPr>
      <dsp:spPr>
        <a:xfrm>
          <a:off x="334403" y="2600"/>
          <a:ext cx="955560" cy="95556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D0E8C-C9D7-493A-8E59-CC4FB7D70C6D}">
      <dsp:nvSpPr>
        <dsp:cNvPr id="0" name=""/>
        <dsp:cNvSpPr/>
      </dsp:nvSpPr>
      <dsp:spPr>
        <a:xfrm>
          <a:off x="535070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786E2-CF33-4FEA-AFB7-51E395D84005}">
      <dsp:nvSpPr>
        <dsp:cNvPr id="0" name=""/>
        <dsp:cNvSpPr/>
      </dsp:nvSpPr>
      <dsp:spPr>
        <a:xfrm>
          <a:off x="1494726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1. Port Scanning:</a:t>
          </a:r>
        </a:p>
      </dsp:txBody>
      <dsp:txXfrm>
        <a:off x="1494726" y="2600"/>
        <a:ext cx="2252392" cy="955560"/>
      </dsp:txXfrm>
    </dsp:sp>
    <dsp:sp modelId="{B673D67B-C558-4B2D-A2C6-B511CD65808E}">
      <dsp:nvSpPr>
        <dsp:cNvPr id="0" name=""/>
        <dsp:cNvSpPr/>
      </dsp:nvSpPr>
      <dsp:spPr>
        <a:xfrm>
          <a:off x="4139581" y="2600"/>
          <a:ext cx="955560" cy="95556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901374-6BF3-4E51-A5D7-68A46825D535}">
      <dsp:nvSpPr>
        <dsp:cNvPr id="0" name=""/>
        <dsp:cNvSpPr/>
      </dsp:nvSpPr>
      <dsp:spPr>
        <a:xfrm>
          <a:off x="4340248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8CE196-2EA3-4E0C-9745-7F8EF9928119}">
      <dsp:nvSpPr>
        <dsp:cNvPr id="0" name=""/>
        <dsp:cNvSpPr/>
      </dsp:nvSpPr>
      <dsp:spPr>
        <a:xfrm>
          <a:off x="5299904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Identifies open ports via socket connections.</a:t>
          </a:r>
        </a:p>
      </dsp:txBody>
      <dsp:txXfrm>
        <a:off x="5299904" y="2600"/>
        <a:ext cx="2252392" cy="955560"/>
      </dsp:txXfrm>
    </dsp:sp>
    <dsp:sp modelId="{14A5E0C5-9F24-4CE8-9258-8E426155BECB}">
      <dsp:nvSpPr>
        <dsp:cNvPr id="0" name=""/>
        <dsp:cNvSpPr/>
      </dsp:nvSpPr>
      <dsp:spPr>
        <a:xfrm>
          <a:off x="334403" y="1697888"/>
          <a:ext cx="955560" cy="95556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993B7C-9AAA-4E20-BC3D-2CBEF27082F3}">
      <dsp:nvSpPr>
        <dsp:cNvPr id="0" name=""/>
        <dsp:cNvSpPr/>
      </dsp:nvSpPr>
      <dsp:spPr>
        <a:xfrm>
          <a:off x="535070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6F8D3-068E-494B-B635-D290E3E668EC}">
      <dsp:nvSpPr>
        <dsp:cNvPr id="0" name=""/>
        <dsp:cNvSpPr/>
      </dsp:nvSpPr>
      <dsp:spPr>
        <a:xfrm>
          <a:off x="1494726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2. Password Analysis:</a:t>
          </a:r>
        </a:p>
      </dsp:txBody>
      <dsp:txXfrm>
        <a:off x="1494726" y="1697888"/>
        <a:ext cx="2252392" cy="955560"/>
      </dsp:txXfrm>
    </dsp:sp>
    <dsp:sp modelId="{8F2FCF5D-2338-42DB-83EB-5BAB2A6FC224}">
      <dsp:nvSpPr>
        <dsp:cNvPr id="0" name=""/>
        <dsp:cNvSpPr/>
      </dsp:nvSpPr>
      <dsp:spPr>
        <a:xfrm>
          <a:off x="4139581" y="1697888"/>
          <a:ext cx="955560" cy="95556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E15ED7-80D2-40CB-9DEB-E856FD566742}">
      <dsp:nvSpPr>
        <dsp:cNvPr id="0" name=""/>
        <dsp:cNvSpPr/>
      </dsp:nvSpPr>
      <dsp:spPr>
        <a:xfrm>
          <a:off x="4340248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E5BF4-E0C2-4F9A-88A0-3A31437FFBD9}">
      <dsp:nvSpPr>
        <dsp:cNvPr id="0" name=""/>
        <dsp:cNvSpPr/>
      </dsp:nvSpPr>
      <dsp:spPr>
        <a:xfrm>
          <a:off x="5299904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Detects patterns, calculates entropy.</a:t>
          </a:r>
        </a:p>
      </dsp:txBody>
      <dsp:txXfrm>
        <a:off x="5299904" y="1697888"/>
        <a:ext cx="2252392" cy="955560"/>
      </dsp:txXfrm>
    </dsp:sp>
    <dsp:sp modelId="{29DDCB2A-AEA1-459F-B0FB-904627869560}">
      <dsp:nvSpPr>
        <dsp:cNvPr id="0" name=""/>
        <dsp:cNvSpPr/>
      </dsp:nvSpPr>
      <dsp:spPr>
        <a:xfrm>
          <a:off x="334403" y="3393176"/>
          <a:ext cx="955560" cy="95556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D57E4-9FFD-46A2-A5B5-05613E78F695}">
      <dsp:nvSpPr>
        <dsp:cNvPr id="0" name=""/>
        <dsp:cNvSpPr/>
      </dsp:nvSpPr>
      <dsp:spPr>
        <a:xfrm>
          <a:off x="535070" y="3593844"/>
          <a:ext cx="554225" cy="5542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A9D77-B95E-4075-A0D8-4EDDAA843E9D}">
      <dsp:nvSpPr>
        <dsp:cNvPr id="0" name=""/>
        <dsp:cNvSpPr/>
      </dsp:nvSpPr>
      <dsp:spPr>
        <a:xfrm>
          <a:off x="1494726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3. QR and URL Security:</a:t>
          </a:r>
        </a:p>
      </dsp:txBody>
      <dsp:txXfrm>
        <a:off x="1494726" y="3393176"/>
        <a:ext cx="2252392" cy="955560"/>
      </dsp:txXfrm>
    </dsp:sp>
    <dsp:sp modelId="{C2D2222E-A328-459F-AB4C-1B69A6C11B4E}">
      <dsp:nvSpPr>
        <dsp:cNvPr id="0" name=""/>
        <dsp:cNvSpPr/>
      </dsp:nvSpPr>
      <dsp:spPr>
        <a:xfrm>
          <a:off x="4139581" y="3393176"/>
          <a:ext cx="955560" cy="95556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6DAD1E-33A8-480F-B3EE-DBA437914007}">
      <dsp:nvSpPr>
        <dsp:cNvPr id="0" name=""/>
        <dsp:cNvSpPr/>
      </dsp:nvSpPr>
      <dsp:spPr>
        <a:xfrm>
          <a:off x="4340248" y="3593844"/>
          <a:ext cx="554225" cy="55422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796CD-30B7-48B8-8A94-A089AD8CCD64}">
      <dsp:nvSpPr>
        <dsp:cNvPr id="0" name=""/>
        <dsp:cNvSpPr/>
      </dsp:nvSpPr>
      <dsp:spPr>
        <a:xfrm>
          <a:off x="5299904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Detects harmful patterns, validates URLs.</a:t>
          </a:r>
        </a:p>
      </dsp:txBody>
      <dsp:txXfrm>
        <a:off x="5299904" y="3393176"/>
        <a:ext cx="2252392" cy="9555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B29F9-7ECB-4FEA-B2F1-9580CC71C1FD}">
      <dsp:nvSpPr>
        <dsp:cNvPr id="0" name=""/>
        <dsp:cNvSpPr/>
      </dsp:nvSpPr>
      <dsp:spPr>
        <a:xfrm>
          <a:off x="548934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DC79D4-E2BE-4923-BBD9-813BA511E67E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A36BD-A340-4941-9500-B3CFCDDD5EEE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1. Vulnerability Scanning:</a:t>
          </a:r>
        </a:p>
      </dsp:txBody>
      <dsp:txXfrm>
        <a:off x="228784" y="1313725"/>
        <a:ext cx="1641796" cy="656718"/>
      </dsp:txXfrm>
    </dsp:sp>
    <dsp:sp modelId="{D02FE8DF-750F-4083-8397-01C2395F88CF}">
      <dsp:nvSpPr>
        <dsp:cNvPr id="0" name=""/>
        <dsp:cNvSpPr/>
      </dsp:nvSpPr>
      <dsp:spPr>
        <a:xfrm>
          <a:off x="2478046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766708-4963-4AF1-B174-5079F1E3ACEA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9D8AF-BD64-4FFC-9121-8D19E232D07F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Detects devices, scans ports, displays results dynamically.</a:t>
          </a:r>
        </a:p>
      </dsp:txBody>
      <dsp:txXfrm>
        <a:off x="2157895" y="1313725"/>
        <a:ext cx="1641796" cy="656718"/>
      </dsp:txXfrm>
    </dsp:sp>
    <dsp:sp modelId="{A2938701-C51F-4606-AF0E-0E0E3717BF76}">
      <dsp:nvSpPr>
        <dsp:cNvPr id="0" name=""/>
        <dsp:cNvSpPr/>
      </dsp:nvSpPr>
      <dsp:spPr>
        <a:xfrm>
          <a:off x="4407157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C5B4A-92AE-43EE-A607-6BAB6164F11A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170FB-FEEE-4F34-A03E-B21B196D4C7A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2. Malicious URL Detection:</a:t>
          </a:r>
        </a:p>
      </dsp:txBody>
      <dsp:txXfrm>
        <a:off x="4087007" y="1313725"/>
        <a:ext cx="1641796" cy="656718"/>
      </dsp:txXfrm>
    </dsp:sp>
    <dsp:sp modelId="{E1B1E940-B0A0-4946-81E4-000EE5AC2BD2}">
      <dsp:nvSpPr>
        <dsp:cNvPr id="0" name=""/>
        <dsp:cNvSpPr/>
      </dsp:nvSpPr>
      <dsp:spPr>
        <a:xfrm>
          <a:off x="6336268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AC70E0-B218-4D57-89BE-95DDB2B6C876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90713-E1DF-4AB1-8A40-949588534735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Analyzes QR codes or URLs for threats.</a:t>
          </a:r>
        </a:p>
      </dsp:txBody>
      <dsp:txXfrm>
        <a:off x="6016118" y="1313725"/>
        <a:ext cx="1641796" cy="656718"/>
      </dsp:txXfrm>
    </dsp:sp>
    <dsp:sp modelId="{F9B9AA90-C2B2-47FB-BCE1-42DD5540BCDA}">
      <dsp:nvSpPr>
        <dsp:cNvPr id="0" name=""/>
        <dsp:cNvSpPr/>
      </dsp:nvSpPr>
      <dsp:spPr>
        <a:xfrm>
          <a:off x="2478046" y="2380893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F404C1-C47E-4E32-8DA8-823BBB75289A}">
      <dsp:nvSpPr>
        <dsp:cNvPr id="0" name=""/>
        <dsp:cNvSpPr/>
      </dsp:nvSpPr>
      <dsp:spPr>
        <a:xfrm>
          <a:off x="2691479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530E6-4F09-4224-83FE-4F056FCCCDE0}">
      <dsp:nvSpPr>
        <dsp:cNvPr id="0" name=""/>
        <dsp:cNvSpPr/>
      </dsp:nvSpPr>
      <dsp:spPr>
        <a:xfrm>
          <a:off x="2157895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3. Password Strength Analysis:</a:t>
          </a:r>
        </a:p>
      </dsp:txBody>
      <dsp:txXfrm>
        <a:off x="2157895" y="3694331"/>
        <a:ext cx="1641796" cy="656718"/>
      </dsp:txXfrm>
    </dsp:sp>
    <dsp:sp modelId="{86E2EF2C-1E46-4696-AFA7-05A86FC3E760}">
      <dsp:nvSpPr>
        <dsp:cNvPr id="0" name=""/>
        <dsp:cNvSpPr/>
      </dsp:nvSpPr>
      <dsp:spPr>
        <a:xfrm>
          <a:off x="4407157" y="2380893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391F0-997C-4341-BE69-AC888CD987E2}">
      <dsp:nvSpPr>
        <dsp:cNvPr id="0" name=""/>
        <dsp:cNvSpPr/>
      </dsp:nvSpPr>
      <dsp:spPr>
        <a:xfrm>
          <a:off x="4620591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BEB94-F3E3-46A6-8417-5759C0113908}">
      <dsp:nvSpPr>
        <dsp:cNvPr id="0" name=""/>
        <dsp:cNvSpPr/>
      </dsp:nvSpPr>
      <dsp:spPr>
        <a:xfrm>
          <a:off x="4087007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Evaluates strength and displays suggestions.</a:t>
          </a:r>
        </a:p>
      </dsp:txBody>
      <dsp:txXfrm>
        <a:off x="4087007" y="3694331"/>
        <a:ext cx="1641796" cy="6567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CCCA00-8EE5-4345-A1F3-F39224CC3BF1}">
      <dsp:nvSpPr>
        <dsp:cNvPr id="0" name=""/>
        <dsp:cNvSpPr/>
      </dsp:nvSpPr>
      <dsp:spPr>
        <a:xfrm>
          <a:off x="0" y="55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AA3F43-03C4-4AA7-A21E-812962CFF99F}">
      <dsp:nvSpPr>
        <dsp:cNvPr id="0" name=""/>
        <dsp:cNvSpPr/>
      </dsp:nvSpPr>
      <dsp:spPr>
        <a:xfrm>
          <a:off x="140386" y="104972"/>
          <a:ext cx="255248" cy="255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BB3B49-AAC9-4318-89C0-21E956A4120B}">
      <dsp:nvSpPr>
        <dsp:cNvPr id="0" name=""/>
        <dsp:cNvSpPr/>
      </dsp:nvSpPr>
      <dsp:spPr>
        <a:xfrm>
          <a:off x="536021" y="55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1. Real-Time Feedback:</a:t>
          </a:r>
        </a:p>
      </dsp:txBody>
      <dsp:txXfrm>
        <a:off x="536021" y="552"/>
        <a:ext cx="7693578" cy="464088"/>
      </dsp:txXfrm>
    </dsp:sp>
    <dsp:sp modelId="{9588E471-F4D8-469A-A77A-5325149ACECE}">
      <dsp:nvSpPr>
        <dsp:cNvPr id="0" name=""/>
        <dsp:cNvSpPr/>
      </dsp:nvSpPr>
      <dsp:spPr>
        <a:xfrm>
          <a:off x="0" y="58066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3120CD-6730-4159-8FCA-0B8D9B744AE5}">
      <dsp:nvSpPr>
        <dsp:cNvPr id="0" name=""/>
        <dsp:cNvSpPr/>
      </dsp:nvSpPr>
      <dsp:spPr>
        <a:xfrm>
          <a:off x="140386" y="685082"/>
          <a:ext cx="255248" cy="255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6F92C8-A0C4-42D3-BC64-7BD1CBA29488}">
      <dsp:nvSpPr>
        <dsp:cNvPr id="0" name=""/>
        <dsp:cNvSpPr/>
      </dsp:nvSpPr>
      <dsp:spPr>
        <a:xfrm>
          <a:off x="536021" y="58066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Dynamic updates during scanning.</a:t>
          </a:r>
        </a:p>
      </dsp:txBody>
      <dsp:txXfrm>
        <a:off x="536021" y="580662"/>
        <a:ext cx="7693578" cy="464088"/>
      </dsp:txXfrm>
    </dsp:sp>
    <dsp:sp modelId="{0B20D33B-34CB-414D-A2A6-F431B7413FCF}">
      <dsp:nvSpPr>
        <dsp:cNvPr id="0" name=""/>
        <dsp:cNvSpPr/>
      </dsp:nvSpPr>
      <dsp:spPr>
        <a:xfrm>
          <a:off x="0" y="116077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82B83-135E-4447-9BCA-D5352FD78823}">
      <dsp:nvSpPr>
        <dsp:cNvPr id="0" name=""/>
        <dsp:cNvSpPr/>
      </dsp:nvSpPr>
      <dsp:spPr>
        <a:xfrm>
          <a:off x="140386" y="1265192"/>
          <a:ext cx="255248" cy="255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8D386-032E-49B2-BAD1-725ECA830C0F}">
      <dsp:nvSpPr>
        <dsp:cNvPr id="0" name=""/>
        <dsp:cNvSpPr/>
      </dsp:nvSpPr>
      <dsp:spPr>
        <a:xfrm>
          <a:off x="536021" y="116077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2. Actionable Insights:</a:t>
          </a:r>
        </a:p>
      </dsp:txBody>
      <dsp:txXfrm>
        <a:off x="536021" y="1160772"/>
        <a:ext cx="7693578" cy="464088"/>
      </dsp:txXfrm>
    </dsp:sp>
    <dsp:sp modelId="{F1E97333-8697-4D44-84A9-EE5ECD258566}">
      <dsp:nvSpPr>
        <dsp:cNvPr id="0" name=""/>
        <dsp:cNvSpPr/>
      </dsp:nvSpPr>
      <dsp:spPr>
        <a:xfrm>
          <a:off x="0" y="174088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66BD70-2F3C-4E47-8C8C-FBEBCB8BBD87}">
      <dsp:nvSpPr>
        <dsp:cNvPr id="0" name=""/>
        <dsp:cNvSpPr/>
      </dsp:nvSpPr>
      <dsp:spPr>
        <a:xfrm>
          <a:off x="140386" y="1845302"/>
          <a:ext cx="255248" cy="2552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C49F7-377D-454B-A535-C2986700C3E9}">
      <dsp:nvSpPr>
        <dsp:cNvPr id="0" name=""/>
        <dsp:cNvSpPr/>
      </dsp:nvSpPr>
      <dsp:spPr>
        <a:xfrm>
          <a:off x="536021" y="174088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Password suggestions and security recommendations.</a:t>
          </a:r>
        </a:p>
      </dsp:txBody>
      <dsp:txXfrm>
        <a:off x="536021" y="1740882"/>
        <a:ext cx="7693578" cy="464088"/>
      </dsp:txXfrm>
    </dsp:sp>
    <dsp:sp modelId="{F0343AFA-A968-42F2-B764-69CC398B645F}">
      <dsp:nvSpPr>
        <dsp:cNvPr id="0" name=""/>
        <dsp:cNvSpPr/>
      </dsp:nvSpPr>
      <dsp:spPr>
        <a:xfrm>
          <a:off x="0" y="232099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308BCB-2800-4AA3-910A-F0819EA532AD}">
      <dsp:nvSpPr>
        <dsp:cNvPr id="0" name=""/>
        <dsp:cNvSpPr/>
      </dsp:nvSpPr>
      <dsp:spPr>
        <a:xfrm>
          <a:off x="140386" y="2425412"/>
          <a:ext cx="255248" cy="2552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9CC24-C20C-4A21-A2BE-E821835079EA}">
      <dsp:nvSpPr>
        <dsp:cNvPr id="0" name=""/>
        <dsp:cNvSpPr/>
      </dsp:nvSpPr>
      <dsp:spPr>
        <a:xfrm>
          <a:off x="536021" y="232099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3. Extensibility:</a:t>
          </a:r>
        </a:p>
      </dsp:txBody>
      <dsp:txXfrm>
        <a:off x="536021" y="2320992"/>
        <a:ext cx="7693578" cy="464088"/>
      </dsp:txXfrm>
    </dsp:sp>
    <dsp:sp modelId="{0A409A93-AC54-45FA-B50E-C27720727ACB}">
      <dsp:nvSpPr>
        <dsp:cNvPr id="0" name=""/>
        <dsp:cNvSpPr/>
      </dsp:nvSpPr>
      <dsp:spPr>
        <a:xfrm>
          <a:off x="0" y="290110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64F7F0-516B-4CFE-974B-BADD60D6E6FB}">
      <dsp:nvSpPr>
        <dsp:cNvPr id="0" name=""/>
        <dsp:cNvSpPr/>
      </dsp:nvSpPr>
      <dsp:spPr>
        <a:xfrm>
          <a:off x="140386" y="3005522"/>
          <a:ext cx="255248" cy="25524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91B25-1973-408B-A1EA-D1960BA04BEC}">
      <dsp:nvSpPr>
        <dsp:cNvPr id="0" name=""/>
        <dsp:cNvSpPr/>
      </dsp:nvSpPr>
      <dsp:spPr>
        <a:xfrm>
          <a:off x="536021" y="290110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Modular design for new features.</a:t>
          </a:r>
        </a:p>
      </dsp:txBody>
      <dsp:txXfrm>
        <a:off x="536021" y="2901102"/>
        <a:ext cx="7693578" cy="464088"/>
      </dsp:txXfrm>
    </dsp:sp>
    <dsp:sp modelId="{AD607EF5-1C5F-4991-B1AE-0967C5C364ED}">
      <dsp:nvSpPr>
        <dsp:cNvPr id="0" name=""/>
        <dsp:cNvSpPr/>
      </dsp:nvSpPr>
      <dsp:spPr>
        <a:xfrm>
          <a:off x="0" y="348121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F65A25-BC9D-440F-AB96-423C7A5E5C16}">
      <dsp:nvSpPr>
        <dsp:cNvPr id="0" name=""/>
        <dsp:cNvSpPr/>
      </dsp:nvSpPr>
      <dsp:spPr>
        <a:xfrm>
          <a:off x="140386" y="3585632"/>
          <a:ext cx="255248" cy="25524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7A043-A8B8-4231-9A0C-3A1618360B85}">
      <dsp:nvSpPr>
        <dsp:cNvPr id="0" name=""/>
        <dsp:cNvSpPr/>
      </dsp:nvSpPr>
      <dsp:spPr>
        <a:xfrm>
          <a:off x="536021" y="348121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4. User Experience:</a:t>
          </a:r>
        </a:p>
      </dsp:txBody>
      <dsp:txXfrm>
        <a:off x="536021" y="3481212"/>
        <a:ext cx="7693578" cy="464088"/>
      </dsp:txXfrm>
    </dsp:sp>
    <dsp:sp modelId="{A97D144F-DFDC-46B5-B7BF-7D7B98506CB4}">
      <dsp:nvSpPr>
        <dsp:cNvPr id="0" name=""/>
        <dsp:cNvSpPr/>
      </dsp:nvSpPr>
      <dsp:spPr>
        <a:xfrm>
          <a:off x="0" y="406132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6B3C5-DF7B-4DD5-94E8-4797D3D9F04F}">
      <dsp:nvSpPr>
        <dsp:cNvPr id="0" name=""/>
        <dsp:cNvSpPr/>
      </dsp:nvSpPr>
      <dsp:spPr>
        <a:xfrm>
          <a:off x="140386" y="4165742"/>
          <a:ext cx="255248" cy="255248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3C725-6244-4BEC-98B6-31C25B07F53D}">
      <dsp:nvSpPr>
        <dsp:cNvPr id="0" name=""/>
        <dsp:cNvSpPr/>
      </dsp:nvSpPr>
      <dsp:spPr>
        <a:xfrm>
          <a:off x="536021" y="406132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Minimalist yet informative UI.</a:t>
          </a:r>
        </a:p>
      </dsp:txBody>
      <dsp:txXfrm>
        <a:off x="536021" y="4061322"/>
        <a:ext cx="7693578" cy="4640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tx2"/>
                </a:solidFill>
              </a:rPr>
              <a:t>Cybersecurity Mobile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solidFill>
                  <a:schemeClr val="tx2"/>
                </a:solidFill>
              </a:rPr>
              <a:t>Vulnerability Scanning and Analysis</a:t>
            </a:r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EE2E3022-3306-E284-E105-D128D69C9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5D85D3-FEFF-4F50-CA39-DBF672CCECD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Project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ACB64F-26E8-8E9B-3044-6FDB9FF96B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611824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34F3A2-1233-C23F-0151-88068505BB1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001" b="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Technology Stack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3BCE548-A147-3AB2-098D-342CC2C5F7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633874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1319D7-97E9-FA05-8762-20C3804D78D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8000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Modules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40D645-4313-97BA-54AD-B4B4CF231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198090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9179EC-5609-8E02-0A0F-57669A1F1A9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Security Algorithms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C72385-AA1C-0504-F2F8-8E38B2A9C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79660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4A518C2-FD5F-7DF6-349D-F99FC1CC2C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67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User Flows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B821FE-325A-8250-E3D9-A1A27F62F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240909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Enhancements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A143D26-3916-397D-7422-D2F3CC9C44B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401</Words>
  <Application>Microsoft Office PowerPoint</Application>
  <PresentationFormat>On-screen Show (4:3)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Cybersecurity Mobile Application</vt:lpstr>
      <vt:lpstr>Project Architecture</vt:lpstr>
      <vt:lpstr>Technology Stack</vt:lpstr>
      <vt:lpstr>Modules Overview</vt:lpstr>
      <vt:lpstr>Security Algorithms</vt:lpstr>
      <vt:lpstr>User Flows</vt:lpstr>
      <vt:lpstr>Key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Optix</dc:creator>
  <cp:keywords/>
  <dc:description>generated using python-pptx</dc:description>
  <cp:lastModifiedBy>Ahmed Seif</cp:lastModifiedBy>
  <cp:revision>2</cp:revision>
  <dcterms:created xsi:type="dcterms:W3CDTF">2013-01-27T09:14:16Z</dcterms:created>
  <dcterms:modified xsi:type="dcterms:W3CDTF">2024-12-18T21:07:27Z</dcterms:modified>
  <cp:category/>
</cp:coreProperties>
</file>